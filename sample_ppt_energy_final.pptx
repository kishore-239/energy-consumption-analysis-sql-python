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8"/>
  </p:notesMasterIdLst>
  <p:sldIdLst>
    <p:sldId id="298" r:id="rId2"/>
    <p:sldId id="259" r:id="rId3"/>
    <p:sldId id="318" r:id="rId4"/>
    <p:sldId id="320" r:id="rId5"/>
    <p:sldId id="260" r:id="rId6"/>
    <p:sldId id="321" r:id="rId7"/>
    <p:sldId id="261" r:id="rId8"/>
    <p:sldId id="266" r:id="rId9"/>
    <p:sldId id="300" r:id="rId10"/>
    <p:sldId id="303" r:id="rId11"/>
    <p:sldId id="301" r:id="rId12"/>
    <p:sldId id="302" r:id="rId13"/>
    <p:sldId id="305" r:id="rId14"/>
    <p:sldId id="307" r:id="rId15"/>
    <p:sldId id="308" r:id="rId16"/>
    <p:sldId id="309" r:id="rId17"/>
    <p:sldId id="310" r:id="rId18"/>
    <p:sldId id="311" r:id="rId19"/>
    <p:sldId id="312" r:id="rId20"/>
    <p:sldId id="313" r:id="rId21"/>
    <p:sldId id="314" r:id="rId22"/>
    <p:sldId id="315" r:id="rId23"/>
    <p:sldId id="316" r:id="rId24"/>
    <p:sldId id="317" r:id="rId25"/>
    <p:sldId id="325" r:id="rId26"/>
    <p:sldId id="324" r:id="rId27"/>
  </p:sldIdLst>
  <p:sldSz cx="9144000" cy="5143500" type="screen16x9"/>
  <p:notesSz cx="6858000" cy="9144000"/>
  <p:embeddedFontLst>
    <p:embeddedFont>
      <p:font typeface="Epilogue" panose="020B0604020202020204" charset="0"/>
      <p:regular r:id="rId29"/>
      <p:bold r:id="rId30"/>
      <p:italic r:id="rId31"/>
      <p:boldItalic r:id="rId32"/>
    </p:embeddedFont>
    <p:embeddedFont>
      <p:font typeface="Nunito Light" pitchFamily="2" charset="0"/>
      <p:regular r:id="rId33"/>
      <p:italic r:id="rId34"/>
    </p:embeddedFont>
    <p:embeddedFont>
      <p:font typeface="Sofia Sans" panose="020B060402020202020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14D775-741E-4A61-9175-F09FBCF1EA9E}" v="14" dt="2025-10-10T09:45:45.293"/>
  </p1510:revLst>
</p1510:revInfo>
</file>

<file path=ppt/tableStyles.xml><?xml version="1.0" encoding="utf-8"?>
<a:tblStyleLst xmlns:a="http://schemas.openxmlformats.org/drawingml/2006/main" def="{A6DF7695-2F3C-40CE-BE65-08C2F0E6EE44}">
  <a:tblStyle styleId="{A6DF7695-2F3C-40CE-BE65-08C2F0E6EE4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2B67B4F-869F-4E3D-AFAC-FEF974E49D2E}"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94660"/>
  </p:normalViewPr>
  <p:slideViewPr>
    <p:cSldViewPr snapToGrid="0">
      <p:cViewPr varScale="1">
        <p:scale>
          <a:sx n="93" d="100"/>
          <a:sy n="93" d="100"/>
        </p:scale>
        <p:origin x="656"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hna kishore" userId="31f507e374aa8092" providerId="LiveId" clId="{F9933FB0-C424-4389-ACE9-1E3D9629C866}"/>
    <pc:docChg chg="custSel addSld delSld modSld">
      <pc:chgData name="krishna kishore" userId="31f507e374aa8092" providerId="LiveId" clId="{F9933FB0-C424-4389-ACE9-1E3D9629C866}" dt="2025-10-11T09:48:38.374" v="90" actId="20577"/>
      <pc:docMkLst>
        <pc:docMk/>
      </pc:docMkLst>
      <pc:sldChg chg="modSp mod">
        <pc:chgData name="krishna kishore" userId="31f507e374aa8092" providerId="LiveId" clId="{F9933FB0-C424-4389-ACE9-1E3D9629C866}" dt="2025-10-11T09:48:38.374" v="90" actId="20577"/>
        <pc:sldMkLst>
          <pc:docMk/>
          <pc:sldMk cId="0" sldId="259"/>
        </pc:sldMkLst>
        <pc:spChg chg="mod">
          <ac:chgData name="krishna kishore" userId="31f507e374aa8092" providerId="LiveId" clId="{F9933FB0-C424-4389-ACE9-1E3D9629C866}" dt="2025-10-11T09:48:38.374" v="90" actId="20577"/>
          <ac:spMkLst>
            <pc:docMk/>
            <pc:sldMk cId="0" sldId="259"/>
            <ac:spMk id="364" creationId="{00000000-0000-0000-0000-000000000000}"/>
          </ac:spMkLst>
        </pc:spChg>
      </pc:sldChg>
      <pc:sldChg chg="addSp modSp mod">
        <pc:chgData name="krishna kishore" userId="31f507e374aa8092" providerId="LiveId" clId="{F9933FB0-C424-4389-ACE9-1E3D9629C866}" dt="2025-10-10T09:49:11.257" v="81" actId="14100"/>
        <pc:sldMkLst>
          <pc:docMk/>
          <pc:sldMk cId="3198308001" sldId="298"/>
        </pc:sldMkLst>
        <pc:spChg chg="mod">
          <ac:chgData name="krishna kishore" userId="31f507e374aa8092" providerId="LiveId" clId="{F9933FB0-C424-4389-ACE9-1E3D9629C866}" dt="2025-10-10T09:49:11.257" v="81" actId="14100"/>
          <ac:spMkLst>
            <pc:docMk/>
            <pc:sldMk cId="3198308001" sldId="298"/>
            <ac:spMk id="326" creationId="{6E22050B-4002-8FE3-02E2-155B351AC7D6}"/>
          </ac:spMkLst>
        </pc:spChg>
        <pc:spChg chg="mod">
          <ac:chgData name="krishna kishore" userId="31f507e374aa8092" providerId="LiveId" clId="{F9933FB0-C424-4389-ACE9-1E3D9629C866}" dt="2025-10-10T09:48:38.577" v="74" actId="1076"/>
          <ac:spMkLst>
            <pc:docMk/>
            <pc:sldMk cId="3198308001" sldId="298"/>
            <ac:spMk id="327" creationId="{88A6099B-E124-C207-E0A9-DA90061E1073}"/>
          </ac:spMkLst>
        </pc:spChg>
        <pc:picChg chg="add mod">
          <ac:chgData name="krishna kishore" userId="31f507e374aa8092" providerId="LiveId" clId="{F9933FB0-C424-4389-ACE9-1E3D9629C866}" dt="2025-10-10T09:47:47.128" v="67" actId="1076"/>
          <ac:picMkLst>
            <pc:docMk/>
            <pc:sldMk cId="3198308001" sldId="298"/>
            <ac:picMk id="4" creationId="{F6DFBB81-0222-D7D2-4EDD-FB5886FD8231}"/>
          </ac:picMkLst>
        </pc:picChg>
        <pc:picChg chg="add mod">
          <ac:chgData name="krishna kishore" userId="31f507e374aa8092" providerId="LiveId" clId="{F9933FB0-C424-4389-ACE9-1E3D9629C866}" dt="2025-10-10T09:48:50.858" v="77" actId="1076"/>
          <ac:picMkLst>
            <pc:docMk/>
            <pc:sldMk cId="3198308001" sldId="298"/>
            <ac:picMk id="6" creationId="{6E18DACE-2D6E-4B1A-6380-0C6F8477B81C}"/>
          </ac:picMkLst>
        </pc:picChg>
      </pc:sldChg>
      <pc:sldChg chg="modSp del mod">
        <pc:chgData name="krishna kishore" userId="31f507e374aa8092" providerId="LiveId" clId="{F9933FB0-C424-4389-ACE9-1E3D9629C866}" dt="2025-10-10T09:49:34.441" v="82" actId="47"/>
        <pc:sldMkLst>
          <pc:docMk/>
          <pc:sldMk cId="3882437847" sldId="299"/>
        </pc:sldMkLst>
        <pc:picChg chg="mod">
          <ac:chgData name="krishna kishore" userId="31f507e374aa8092" providerId="LiveId" clId="{F9933FB0-C424-4389-ACE9-1E3D9629C866}" dt="2025-10-10T09:46:36.665" v="50" actId="1076"/>
          <ac:picMkLst>
            <pc:docMk/>
            <pc:sldMk cId="3882437847" sldId="299"/>
            <ac:picMk id="2" creationId="{988ED374-8C53-47C2-D1AF-9E932A6B096A}"/>
          </ac:picMkLst>
        </pc:picChg>
      </pc:sldChg>
      <pc:sldChg chg="del">
        <pc:chgData name="krishna kishore" userId="31f507e374aa8092" providerId="LiveId" clId="{F9933FB0-C424-4389-ACE9-1E3D9629C866}" dt="2025-10-10T09:40:39.964" v="17" actId="47"/>
        <pc:sldMkLst>
          <pc:docMk/>
          <pc:sldMk cId="1751966930" sldId="306"/>
        </pc:sldMkLst>
      </pc:sldChg>
      <pc:sldChg chg="addSp delSp modSp new del mod setBg">
        <pc:chgData name="krishna kishore" userId="31f507e374aa8092" providerId="LiveId" clId="{F9933FB0-C424-4389-ACE9-1E3D9629C866}" dt="2025-10-10T09:40:37.045" v="16" actId="47"/>
        <pc:sldMkLst>
          <pc:docMk/>
          <pc:sldMk cId="3802920835" sldId="322"/>
        </pc:sldMkLst>
        <pc:spChg chg="mod">
          <ac:chgData name="krishna kishore" userId="31f507e374aa8092" providerId="LiveId" clId="{F9933FB0-C424-4389-ACE9-1E3D9629C866}" dt="2025-10-10T09:37:22.368" v="1"/>
          <ac:spMkLst>
            <pc:docMk/>
            <pc:sldMk cId="3802920835" sldId="322"/>
            <ac:spMk id="3" creationId="{DDC4513D-9670-9361-84FB-8D9302CF36D3}"/>
          </ac:spMkLst>
        </pc:spChg>
        <pc:spChg chg="mod">
          <ac:chgData name="krishna kishore" userId="31f507e374aa8092" providerId="LiveId" clId="{F9933FB0-C424-4389-ACE9-1E3D9629C866}" dt="2025-10-10T09:37:22.368" v="1"/>
          <ac:spMkLst>
            <pc:docMk/>
            <pc:sldMk cId="3802920835" sldId="322"/>
            <ac:spMk id="5" creationId="{B7962B72-3C3D-7D26-7ADC-5E8E216C8C4A}"/>
          </ac:spMkLst>
        </pc:spChg>
        <pc:spChg chg="mod">
          <ac:chgData name="krishna kishore" userId="31f507e374aa8092" providerId="LiveId" clId="{F9933FB0-C424-4389-ACE9-1E3D9629C866}" dt="2025-10-10T09:37:22.368" v="1"/>
          <ac:spMkLst>
            <pc:docMk/>
            <pc:sldMk cId="3802920835" sldId="322"/>
            <ac:spMk id="6" creationId="{20E6418B-3A42-66E3-176B-A0DA8C1D326E}"/>
          </ac:spMkLst>
        </pc:spChg>
        <pc:spChg chg="mod">
          <ac:chgData name="krishna kishore" userId="31f507e374aa8092" providerId="LiveId" clId="{F9933FB0-C424-4389-ACE9-1E3D9629C866}" dt="2025-10-10T09:37:22.368" v="1"/>
          <ac:spMkLst>
            <pc:docMk/>
            <pc:sldMk cId="3802920835" sldId="322"/>
            <ac:spMk id="8" creationId="{58046B47-12EE-B015-9112-C3A5BE9C51DF}"/>
          </ac:spMkLst>
        </pc:spChg>
        <pc:spChg chg="mod">
          <ac:chgData name="krishna kishore" userId="31f507e374aa8092" providerId="LiveId" clId="{F9933FB0-C424-4389-ACE9-1E3D9629C866}" dt="2025-10-10T09:37:22.368" v="1"/>
          <ac:spMkLst>
            <pc:docMk/>
            <pc:sldMk cId="3802920835" sldId="322"/>
            <ac:spMk id="9" creationId="{D8EA2058-75EA-0E4E-BC08-CE97F7810A26}"/>
          </ac:spMkLst>
        </pc:spChg>
        <pc:spChg chg="mod">
          <ac:chgData name="krishna kishore" userId="31f507e374aa8092" providerId="LiveId" clId="{F9933FB0-C424-4389-ACE9-1E3D9629C866}" dt="2025-10-10T09:37:22.368" v="1"/>
          <ac:spMkLst>
            <pc:docMk/>
            <pc:sldMk cId="3802920835" sldId="322"/>
            <ac:spMk id="10" creationId="{37F4B5C2-0CFD-B1B3-DC15-2E09E5090E0F}"/>
          </ac:spMkLst>
        </pc:spChg>
        <pc:spChg chg="mod">
          <ac:chgData name="krishna kishore" userId="31f507e374aa8092" providerId="LiveId" clId="{F9933FB0-C424-4389-ACE9-1E3D9629C866}" dt="2025-10-10T09:37:22.368" v="1"/>
          <ac:spMkLst>
            <pc:docMk/>
            <pc:sldMk cId="3802920835" sldId="322"/>
            <ac:spMk id="11" creationId="{305FFCEB-874A-64AE-B5BC-9CF19FDA5FC2}"/>
          </ac:spMkLst>
        </pc:spChg>
        <pc:spChg chg="mod">
          <ac:chgData name="krishna kishore" userId="31f507e374aa8092" providerId="LiveId" clId="{F9933FB0-C424-4389-ACE9-1E3D9629C866}" dt="2025-10-10T09:37:22.368" v="1"/>
          <ac:spMkLst>
            <pc:docMk/>
            <pc:sldMk cId="3802920835" sldId="322"/>
            <ac:spMk id="12" creationId="{21A097F7-E8B6-6079-4B1D-7896ADC4EB31}"/>
          </ac:spMkLst>
        </pc:spChg>
        <pc:spChg chg="mod">
          <ac:chgData name="krishna kishore" userId="31f507e374aa8092" providerId="LiveId" clId="{F9933FB0-C424-4389-ACE9-1E3D9629C866}" dt="2025-10-10T09:37:22.368" v="1"/>
          <ac:spMkLst>
            <pc:docMk/>
            <pc:sldMk cId="3802920835" sldId="322"/>
            <ac:spMk id="13" creationId="{6BBCAC07-1D53-7916-C209-AD44AF687E5D}"/>
          </ac:spMkLst>
        </pc:spChg>
        <pc:spChg chg="mod">
          <ac:chgData name="krishna kishore" userId="31f507e374aa8092" providerId="LiveId" clId="{F9933FB0-C424-4389-ACE9-1E3D9629C866}" dt="2025-10-10T09:37:22.368" v="1"/>
          <ac:spMkLst>
            <pc:docMk/>
            <pc:sldMk cId="3802920835" sldId="322"/>
            <ac:spMk id="14" creationId="{265F528E-9C61-E868-9E88-A69AEC421ED5}"/>
          </ac:spMkLst>
        </pc:spChg>
        <pc:spChg chg="add mod">
          <ac:chgData name="krishna kishore" userId="31f507e374aa8092" providerId="LiveId" clId="{F9933FB0-C424-4389-ACE9-1E3D9629C866}" dt="2025-10-10T09:37:50.180" v="4" actId="1076"/>
          <ac:spMkLst>
            <pc:docMk/>
            <pc:sldMk cId="3802920835" sldId="322"/>
            <ac:spMk id="15" creationId="{71D2EAF4-B0C0-7AD4-A6FC-7E58780E14B6}"/>
          </ac:spMkLst>
        </pc:spChg>
        <pc:spChg chg="mod">
          <ac:chgData name="krishna kishore" userId="31f507e374aa8092" providerId="LiveId" clId="{F9933FB0-C424-4389-ACE9-1E3D9629C866}" dt="2025-10-10T09:37:43.673" v="3"/>
          <ac:spMkLst>
            <pc:docMk/>
            <pc:sldMk cId="3802920835" sldId="322"/>
            <ac:spMk id="18" creationId="{5C0C1E54-E72E-4450-CB8A-A6C633DA6A20}"/>
          </ac:spMkLst>
        </pc:spChg>
        <pc:spChg chg="mod">
          <ac:chgData name="krishna kishore" userId="31f507e374aa8092" providerId="LiveId" clId="{F9933FB0-C424-4389-ACE9-1E3D9629C866}" dt="2025-10-10T09:37:43.673" v="3"/>
          <ac:spMkLst>
            <pc:docMk/>
            <pc:sldMk cId="3802920835" sldId="322"/>
            <ac:spMk id="19" creationId="{467D5B33-B563-FB2B-D2E2-BDCA47C9B015}"/>
          </ac:spMkLst>
        </pc:spChg>
        <pc:spChg chg="mod">
          <ac:chgData name="krishna kishore" userId="31f507e374aa8092" providerId="LiveId" clId="{F9933FB0-C424-4389-ACE9-1E3D9629C866}" dt="2025-10-10T09:37:43.673" v="3"/>
          <ac:spMkLst>
            <pc:docMk/>
            <pc:sldMk cId="3802920835" sldId="322"/>
            <ac:spMk id="20" creationId="{5B136BD5-5B6D-0A9C-EBF0-939787472B3E}"/>
          </ac:spMkLst>
        </pc:spChg>
        <pc:spChg chg="mod">
          <ac:chgData name="krishna kishore" userId="31f507e374aa8092" providerId="LiveId" clId="{F9933FB0-C424-4389-ACE9-1E3D9629C866}" dt="2025-10-10T09:37:43.673" v="3"/>
          <ac:spMkLst>
            <pc:docMk/>
            <pc:sldMk cId="3802920835" sldId="322"/>
            <ac:spMk id="22" creationId="{096FD106-4601-6EB1-486F-C70F994D58BD}"/>
          </ac:spMkLst>
        </pc:spChg>
        <pc:spChg chg="mod">
          <ac:chgData name="krishna kishore" userId="31f507e374aa8092" providerId="LiveId" clId="{F9933FB0-C424-4389-ACE9-1E3D9629C866}" dt="2025-10-10T09:37:43.673" v="3"/>
          <ac:spMkLst>
            <pc:docMk/>
            <pc:sldMk cId="3802920835" sldId="322"/>
            <ac:spMk id="27" creationId="{0813AF7D-6F83-6A3C-8DBA-DC19B3505BC8}"/>
          </ac:spMkLst>
        </pc:spChg>
        <pc:spChg chg="mod">
          <ac:chgData name="krishna kishore" userId="31f507e374aa8092" providerId="LiveId" clId="{F9933FB0-C424-4389-ACE9-1E3D9629C866}" dt="2025-10-10T09:37:43.673" v="3"/>
          <ac:spMkLst>
            <pc:docMk/>
            <pc:sldMk cId="3802920835" sldId="322"/>
            <ac:spMk id="33" creationId="{1AD301FE-4468-AB75-6238-080F2ADD40D1}"/>
          </ac:spMkLst>
        </pc:spChg>
        <pc:spChg chg="mod">
          <ac:chgData name="krishna kishore" userId="31f507e374aa8092" providerId="LiveId" clId="{F9933FB0-C424-4389-ACE9-1E3D9629C866}" dt="2025-10-10T09:37:43.673" v="3"/>
          <ac:spMkLst>
            <pc:docMk/>
            <pc:sldMk cId="3802920835" sldId="322"/>
            <ac:spMk id="35" creationId="{123B9EA0-3E48-B53E-952E-79ABCF6C1FCC}"/>
          </ac:spMkLst>
        </pc:spChg>
        <pc:spChg chg="mod">
          <ac:chgData name="krishna kishore" userId="31f507e374aa8092" providerId="LiveId" clId="{F9933FB0-C424-4389-ACE9-1E3D9629C866}" dt="2025-10-10T09:37:43.673" v="3"/>
          <ac:spMkLst>
            <pc:docMk/>
            <pc:sldMk cId="3802920835" sldId="322"/>
            <ac:spMk id="38" creationId="{29A1D6F3-AF26-0DC9-6E05-F9484C0B2C38}"/>
          </ac:spMkLst>
        </pc:spChg>
        <pc:spChg chg="add del mod">
          <ac:chgData name="krishna kishore" userId="31f507e374aa8092" providerId="LiveId" clId="{F9933FB0-C424-4389-ACE9-1E3D9629C866}" dt="2025-10-10T09:37:55.408" v="5" actId="478"/>
          <ac:spMkLst>
            <pc:docMk/>
            <pc:sldMk cId="3802920835" sldId="322"/>
            <ac:spMk id="40" creationId="{1CF641D6-F268-F8D5-A5C5-46B6D2529D6A}"/>
          </ac:spMkLst>
        </pc:spChg>
        <pc:grpChg chg="del">
          <ac:chgData name="krishna kishore" userId="31f507e374aa8092" providerId="LiveId" clId="{F9933FB0-C424-4389-ACE9-1E3D9629C866}" dt="2025-10-10T09:37:42.880" v="2" actId="478"/>
          <ac:grpSpMkLst>
            <pc:docMk/>
            <pc:sldMk cId="3802920835" sldId="322"/>
            <ac:grpSpMk id="2" creationId="{797E6FF0-EC5D-B107-EFE6-11860B1FFDBF}"/>
          </ac:grpSpMkLst>
        </pc:grpChg>
        <pc:grpChg chg="del mod">
          <ac:chgData name="krishna kishore" userId="31f507e374aa8092" providerId="LiveId" clId="{F9933FB0-C424-4389-ACE9-1E3D9629C866}" dt="2025-10-10T09:37:58.457" v="7" actId="478"/>
          <ac:grpSpMkLst>
            <pc:docMk/>
            <pc:sldMk cId="3802920835" sldId="322"/>
            <ac:grpSpMk id="17" creationId="{530BEDF7-28E1-AD86-28D2-AC83FA74F727}"/>
          </ac:grpSpMkLst>
        </pc:grpChg>
        <pc:grpChg chg="del mod">
          <ac:chgData name="krishna kishore" userId="31f507e374aa8092" providerId="LiveId" clId="{F9933FB0-C424-4389-ACE9-1E3D9629C866}" dt="2025-10-10T09:38:00.278" v="8" actId="478"/>
          <ac:grpSpMkLst>
            <pc:docMk/>
            <pc:sldMk cId="3802920835" sldId="322"/>
            <ac:grpSpMk id="31" creationId="{0B23E1D1-A1FD-7E75-1C05-AAEE95A8C992}"/>
          </ac:grpSpMkLst>
        </pc:grpChg>
        <pc:picChg chg="del mod">
          <ac:chgData name="krishna kishore" userId="31f507e374aa8092" providerId="LiveId" clId="{F9933FB0-C424-4389-ACE9-1E3D9629C866}" dt="2025-10-10T09:37:56.841" v="6" actId="478"/>
          <ac:picMkLst>
            <pc:docMk/>
            <pc:sldMk cId="3802920835" sldId="322"/>
            <ac:picMk id="30" creationId="{560E0EA6-B8A4-9A02-1E69-B640A330A684}"/>
          </ac:picMkLst>
        </pc:picChg>
        <pc:picChg chg="mod">
          <ac:chgData name="krishna kishore" userId="31f507e374aa8092" providerId="LiveId" clId="{F9933FB0-C424-4389-ACE9-1E3D9629C866}" dt="2025-10-10T09:37:50.180" v="4" actId="1076"/>
          <ac:picMkLst>
            <pc:docMk/>
            <pc:sldMk cId="3802920835" sldId="322"/>
            <ac:picMk id="41" creationId="{CD2D9F7C-599B-1A87-18BF-2DA7D910A8FF}"/>
          </ac:picMkLst>
        </pc:picChg>
        <pc:cxnChg chg="mod">
          <ac:chgData name="krishna kishore" userId="31f507e374aa8092" providerId="LiveId" clId="{F9933FB0-C424-4389-ACE9-1E3D9629C866}" dt="2025-10-10T09:37:50.180" v="4" actId="1076"/>
          <ac:cxnSpMkLst>
            <pc:docMk/>
            <pc:sldMk cId="3802920835" sldId="322"/>
            <ac:cxnSpMk id="16" creationId="{68FECD6A-CDB2-A4BB-6039-1381A94C4934}"/>
          </ac:cxnSpMkLst>
        </pc:cxnChg>
      </pc:sldChg>
      <pc:sldChg chg="addSp delSp modSp add del mod">
        <pc:chgData name="krishna kishore" userId="31f507e374aa8092" providerId="LiveId" clId="{F9933FB0-C424-4389-ACE9-1E3D9629C866}" dt="2025-10-10T09:45:04.042" v="46" actId="47"/>
        <pc:sldMkLst>
          <pc:docMk/>
          <pc:sldMk cId="0" sldId="323"/>
        </pc:sldMkLst>
        <pc:spChg chg="del mod">
          <ac:chgData name="krishna kishore" userId="31f507e374aa8092" providerId="LiveId" clId="{F9933FB0-C424-4389-ACE9-1E3D9629C866}" dt="2025-10-10T09:40:58.374" v="20" actId="478"/>
          <ac:spMkLst>
            <pc:docMk/>
            <pc:sldMk cId="0" sldId="323"/>
            <ac:spMk id="117" creationId="{00000000-0000-0000-0000-000000000000}"/>
          </ac:spMkLst>
        </pc:spChg>
        <pc:picChg chg="add mod">
          <ac:chgData name="krishna kishore" userId="31f507e374aa8092" providerId="LiveId" clId="{F9933FB0-C424-4389-ACE9-1E3D9629C866}" dt="2025-10-10T09:40:51.545" v="18"/>
          <ac:picMkLst>
            <pc:docMk/>
            <pc:sldMk cId="0" sldId="323"/>
            <ac:picMk id="2" creationId="{86ACAC43-D559-C982-23C1-B8B40A4E700B}"/>
          </ac:picMkLst>
        </pc:picChg>
        <pc:picChg chg="add mod">
          <ac:chgData name="krishna kishore" userId="31f507e374aa8092" providerId="LiveId" clId="{F9933FB0-C424-4389-ACE9-1E3D9629C866}" dt="2025-10-10T09:42:48.582" v="29" actId="1076"/>
          <ac:picMkLst>
            <pc:docMk/>
            <pc:sldMk cId="0" sldId="323"/>
            <ac:picMk id="4" creationId="{8BC3AC4A-96A4-4590-45AE-714A1847B718}"/>
          </ac:picMkLst>
        </pc:picChg>
        <pc:picChg chg="add del mod">
          <ac:chgData name="krishna kishore" userId="31f507e374aa8092" providerId="LiveId" clId="{F9933FB0-C424-4389-ACE9-1E3D9629C866}" dt="2025-10-10T09:43:09.415" v="37" actId="478"/>
          <ac:picMkLst>
            <pc:docMk/>
            <pc:sldMk cId="0" sldId="323"/>
            <ac:picMk id="5" creationId="{511F619E-E5AA-8BE5-C601-5BDB58FBB9A3}"/>
          </ac:picMkLst>
        </pc:picChg>
        <pc:picChg chg="del mod">
          <ac:chgData name="krishna kishore" userId="31f507e374aa8092" providerId="LiveId" clId="{F9933FB0-C424-4389-ACE9-1E3D9629C866}" dt="2025-10-10T09:42:35.371" v="25" actId="478"/>
          <ac:picMkLst>
            <pc:docMk/>
            <pc:sldMk cId="0" sldId="323"/>
            <ac:picMk id="116" creationId="{00000000-0000-0000-0000-000000000000}"/>
          </ac:picMkLst>
        </pc:picChg>
      </pc:sldChg>
      <pc:sldChg chg="addSp delSp modSp add mod">
        <pc:chgData name="krishna kishore" userId="31f507e374aa8092" providerId="LiveId" clId="{F9933FB0-C424-4389-ACE9-1E3D9629C866}" dt="2025-10-10T09:45:57.229" v="49" actId="1076"/>
        <pc:sldMkLst>
          <pc:docMk/>
          <pc:sldMk cId="3342624148" sldId="324"/>
        </pc:sldMkLst>
        <pc:spChg chg="add del mod">
          <ac:chgData name="krishna kishore" userId="31f507e374aa8092" providerId="LiveId" clId="{F9933FB0-C424-4389-ACE9-1E3D9629C866}" dt="2025-10-10T09:43:41.890" v="41" actId="478"/>
          <ac:spMkLst>
            <pc:docMk/>
            <pc:sldMk cId="3342624148" sldId="324"/>
            <ac:spMk id="5" creationId="{A183C961-84C4-17CE-52D8-99CACA3F4FCC}"/>
          </ac:spMkLst>
        </pc:spChg>
        <pc:spChg chg="mod">
          <ac:chgData name="krishna kishore" userId="31f507e374aa8092" providerId="LiveId" clId="{F9933FB0-C424-4389-ACE9-1E3D9629C866}" dt="2025-10-10T09:45:45.293" v="48"/>
          <ac:spMkLst>
            <pc:docMk/>
            <pc:sldMk cId="3342624148" sldId="324"/>
            <ac:spMk id="10" creationId="{2832D973-4F94-CAA4-4B7E-A0BE7812329F}"/>
          </ac:spMkLst>
        </pc:spChg>
        <pc:spChg chg="mod">
          <ac:chgData name="krishna kishore" userId="31f507e374aa8092" providerId="LiveId" clId="{F9933FB0-C424-4389-ACE9-1E3D9629C866}" dt="2025-10-10T09:45:45.293" v="48"/>
          <ac:spMkLst>
            <pc:docMk/>
            <pc:sldMk cId="3342624148" sldId="324"/>
            <ac:spMk id="12" creationId="{4F308B5B-F9E5-ECDA-08A5-8DCC0EF5C6A9}"/>
          </ac:spMkLst>
        </pc:spChg>
        <pc:spChg chg="mod">
          <ac:chgData name="krishna kishore" userId="31f507e374aa8092" providerId="LiveId" clId="{F9933FB0-C424-4389-ACE9-1E3D9629C866}" dt="2025-10-10T09:45:45.293" v="48"/>
          <ac:spMkLst>
            <pc:docMk/>
            <pc:sldMk cId="3342624148" sldId="324"/>
            <ac:spMk id="13" creationId="{FF372797-2F90-CF6F-F283-1FB9083B5BF7}"/>
          </ac:spMkLst>
        </pc:spChg>
        <pc:spChg chg="mod">
          <ac:chgData name="krishna kishore" userId="31f507e374aa8092" providerId="LiveId" clId="{F9933FB0-C424-4389-ACE9-1E3D9629C866}" dt="2025-10-10T09:45:45.293" v="48"/>
          <ac:spMkLst>
            <pc:docMk/>
            <pc:sldMk cId="3342624148" sldId="324"/>
            <ac:spMk id="14" creationId="{4834D3D8-4AF7-CC38-26BC-202324F4C0AF}"/>
          </ac:spMkLst>
        </pc:spChg>
        <pc:spChg chg="mod">
          <ac:chgData name="krishna kishore" userId="31f507e374aa8092" providerId="LiveId" clId="{F9933FB0-C424-4389-ACE9-1E3D9629C866}" dt="2025-10-10T09:45:45.293" v="48"/>
          <ac:spMkLst>
            <pc:docMk/>
            <pc:sldMk cId="3342624148" sldId="324"/>
            <ac:spMk id="15" creationId="{9040EBE9-F647-E17E-7EA4-C37F7A236C80}"/>
          </ac:spMkLst>
        </pc:spChg>
        <pc:spChg chg="mod">
          <ac:chgData name="krishna kishore" userId="31f507e374aa8092" providerId="LiveId" clId="{F9933FB0-C424-4389-ACE9-1E3D9629C866}" dt="2025-10-10T09:45:45.293" v="48"/>
          <ac:spMkLst>
            <pc:docMk/>
            <pc:sldMk cId="3342624148" sldId="324"/>
            <ac:spMk id="18" creationId="{5694DD8B-A721-F2B3-32B4-D999F9C73BE5}"/>
          </ac:spMkLst>
        </pc:spChg>
        <pc:spChg chg="mod">
          <ac:chgData name="krishna kishore" userId="31f507e374aa8092" providerId="LiveId" clId="{F9933FB0-C424-4389-ACE9-1E3D9629C866}" dt="2025-10-10T09:45:45.293" v="48"/>
          <ac:spMkLst>
            <pc:docMk/>
            <pc:sldMk cId="3342624148" sldId="324"/>
            <ac:spMk id="20" creationId="{8D8FA608-F16B-8E59-6EA9-64EEF53DC23E}"/>
          </ac:spMkLst>
        </pc:spChg>
        <pc:spChg chg="mod">
          <ac:chgData name="krishna kishore" userId="31f507e374aa8092" providerId="LiveId" clId="{F9933FB0-C424-4389-ACE9-1E3D9629C866}" dt="2025-10-10T09:45:45.293" v="48"/>
          <ac:spMkLst>
            <pc:docMk/>
            <pc:sldMk cId="3342624148" sldId="324"/>
            <ac:spMk id="22" creationId="{052833AB-B618-A39A-2967-F7ADF91F21B4}"/>
          </ac:spMkLst>
        </pc:spChg>
        <pc:spChg chg="mod">
          <ac:chgData name="krishna kishore" userId="31f507e374aa8092" providerId="LiveId" clId="{F9933FB0-C424-4389-ACE9-1E3D9629C866}" dt="2025-10-10T09:45:45.293" v="48"/>
          <ac:spMkLst>
            <pc:docMk/>
            <pc:sldMk cId="3342624148" sldId="324"/>
            <ac:spMk id="23" creationId="{E45D5259-48E7-8A34-75C6-23F3EDBF6DD6}"/>
          </ac:spMkLst>
        </pc:spChg>
        <pc:spChg chg="mod">
          <ac:chgData name="krishna kishore" userId="31f507e374aa8092" providerId="LiveId" clId="{F9933FB0-C424-4389-ACE9-1E3D9629C866}" dt="2025-10-10T09:45:45.293" v="48"/>
          <ac:spMkLst>
            <pc:docMk/>
            <pc:sldMk cId="3342624148" sldId="324"/>
            <ac:spMk id="30" creationId="{DFEB4D31-4BE9-2E3E-FA42-14AAC9031EBD}"/>
          </ac:spMkLst>
        </pc:spChg>
        <pc:spChg chg="del">
          <ac:chgData name="krishna kishore" userId="31f507e374aa8092" providerId="LiveId" clId="{F9933FB0-C424-4389-ACE9-1E3D9629C866}" dt="2025-10-10T09:43:40.552" v="40" actId="478"/>
          <ac:spMkLst>
            <pc:docMk/>
            <pc:sldMk cId="3342624148" sldId="324"/>
            <ac:spMk id="404" creationId="{841B9FE8-6208-9E57-B1EE-6F04E2A442C2}"/>
          </ac:spMkLst>
        </pc:spChg>
        <pc:grpChg chg="mod">
          <ac:chgData name="krishna kishore" userId="31f507e374aa8092" providerId="LiveId" clId="{F9933FB0-C424-4389-ACE9-1E3D9629C866}" dt="2025-10-10T09:45:57.229" v="49" actId="1076"/>
          <ac:grpSpMkLst>
            <pc:docMk/>
            <pc:sldMk cId="3342624148" sldId="324"/>
            <ac:grpSpMk id="8" creationId="{91DC9378-FDC6-D219-13FF-B393AE1A587E}"/>
          </ac:grpSpMkLst>
        </pc:grpChg>
        <pc:picChg chg="del">
          <ac:chgData name="krishna kishore" userId="31f507e374aa8092" providerId="LiveId" clId="{F9933FB0-C424-4389-ACE9-1E3D9629C866}" dt="2025-10-10T09:43:36.325" v="39" actId="478"/>
          <ac:picMkLst>
            <pc:docMk/>
            <pc:sldMk cId="3342624148" sldId="324"/>
            <ac:picMk id="4" creationId="{79CCA174-5A3D-ADE5-F6AF-3CBD26206EF0}"/>
          </ac:picMkLst>
        </pc:picChg>
        <pc:picChg chg="del">
          <ac:chgData name="krishna kishore" userId="31f507e374aa8092" providerId="LiveId" clId="{F9933FB0-C424-4389-ACE9-1E3D9629C866}" dt="2025-10-10T09:43:43.171" v="42" actId="478"/>
          <ac:picMkLst>
            <pc:docMk/>
            <pc:sldMk cId="3342624148" sldId="324"/>
            <ac:picMk id="6" creationId="{F6C78F31-1704-15FC-1CC7-99D6FFBD365B}"/>
          </ac:picMkLst>
        </pc:picChg>
        <pc:picChg chg="add mod">
          <ac:chgData name="krishna kishore" userId="31f507e374aa8092" providerId="LiveId" clId="{F9933FB0-C424-4389-ACE9-1E3D9629C866}" dt="2025-10-10T09:45:18.833" v="47" actId="14100"/>
          <ac:picMkLst>
            <pc:docMk/>
            <pc:sldMk cId="3342624148" sldId="324"/>
            <ac:picMk id="7" creationId="{94729F99-C3B3-1C23-A638-D55836488312}"/>
          </ac:picMkLst>
        </pc:picChg>
      </pc:sldChg>
      <pc:sldMasterChg chg="delSldLayout">
        <pc:chgData name="krishna kishore" userId="31f507e374aa8092" providerId="LiveId" clId="{F9933FB0-C424-4389-ACE9-1E3D9629C866}" dt="2025-10-10T09:49:34.441" v="82" actId="47"/>
        <pc:sldMasterMkLst>
          <pc:docMk/>
          <pc:sldMasterMk cId="0" sldId="2147483669"/>
        </pc:sldMasterMkLst>
        <pc:sldLayoutChg chg="del">
          <pc:chgData name="krishna kishore" userId="31f507e374aa8092" providerId="LiveId" clId="{F9933FB0-C424-4389-ACE9-1E3D9629C866}" dt="2025-10-10T09:40:39.964" v="17" actId="47"/>
          <pc:sldLayoutMkLst>
            <pc:docMk/>
            <pc:sldMasterMk cId="0" sldId="2147483669"/>
            <pc:sldLayoutMk cId="0" sldId="2147483651"/>
          </pc:sldLayoutMkLst>
        </pc:sldLayoutChg>
        <pc:sldLayoutChg chg="del">
          <pc:chgData name="krishna kishore" userId="31f507e374aa8092" providerId="LiveId" clId="{F9933FB0-C424-4389-ACE9-1E3D9629C866}" dt="2025-10-10T09:49:34.441" v="82" actId="47"/>
          <pc:sldLayoutMkLst>
            <pc:docMk/>
            <pc:sldMasterMk cId="0" sldId="2147483669"/>
            <pc:sldLayoutMk cId="0" sldId="214748365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a:extLst>
            <a:ext uri="{FF2B5EF4-FFF2-40B4-BE49-F238E27FC236}">
              <a16:creationId xmlns:a16="http://schemas.microsoft.com/office/drawing/2014/main" id="{90BF2FF5-CFE9-C50C-CDE0-437E49623504}"/>
            </a:ext>
          </a:extLst>
        </p:cNvPr>
        <p:cNvGrpSpPr/>
        <p:nvPr/>
      </p:nvGrpSpPr>
      <p:grpSpPr>
        <a:xfrm>
          <a:off x="0" y="0"/>
          <a:ext cx="0" cy="0"/>
          <a:chOff x="0" y="0"/>
          <a:chExt cx="0" cy="0"/>
        </a:xfrm>
      </p:grpSpPr>
      <p:sp>
        <p:nvSpPr>
          <p:cNvPr id="301" name="Google Shape;301;g4dfce81f19_0_45:notes">
            <a:extLst>
              <a:ext uri="{FF2B5EF4-FFF2-40B4-BE49-F238E27FC236}">
                <a16:creationId xmlns:a16="http://schemas.microsoft.com/office/drawing/2014/main" id="{1388BFC7-F2AF-1B7B-B86E-25E065C1D8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4dfce81f19_0_45:notes">
            <a:extLst>
              <a:ext uri="{FF2B5EF4-FFF2-40B4-BE49-F238E27FC236}">
                <a16:creationId xmlns:a16="http://schemas.microsoft.com/office/drawing/2014/main" id="{05FE6233-2B4F-DE98-AF6D-2E29855233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9453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a:extLst>
            <a:ext uri="{FF2B5EF4-FFF2-40B4-BE49-F238E27FC236}">
              <a16:creationId xmlns:a16="http://schemas.microsoft.com/office/drawing/2014/main" id="{0E750045-66E5-05D8-3E1C-1B1377E692FD}"/>
            </a:ext>
          </a:extLst>
        </p:cNvPr>
        <p:cNvGrpSpPr/>
        <p:nvPr/>
      </p:nvGrpSpPr>
      <p:grpSpPr>
        <a:xfrm>
          <a:off x="0" y="0"/>
          <a:ext cx="0" cy="0"/>
          <a:chOff x="0" y="0"/>
          <a:chExt cx="0" cy="0"/>
        </a:xfrm>
      </p:grpSpPr>
      <p:sp>
        <p:nvSpPr>
          <p:cNvPr id="359" name="Google Shape;359;g14072739ea5_12_0:notes">
            <a:extLst>
              <a:ext uri="{FF2B5EF4-FFF2-40B4-BE49-F238E27FC236}">
                <a16:creationId xmlns:a16="http://schemas.microsoft.com/office/drawing/2014/main" id="{29AD19E3-53FD-F6A4-B5CC-6FA0AA1E19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14072739ea5_12_0:notes">
            <a:extLst>
              <a:ext uri="{FF2B5EF4-FFF2-40B4-BE49-F238E27FC236}">
                <a16:creationId xmlns:a16="http://schemas.microsoft.com/office/drawing/2014/main" id="{7095F83B-CBBF-0617-94F0-BB417C1C78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56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a:extLst>
            <a:ext uri="{FF2B5EF4-FFF2-40B4-BE49-F238E27FC236}">
              <a16:creationId xmlns:a16="http://schemas.microsoft.com/office/drawing/2014/main" id="{DFE79A00-4301-3C08-72A7-E11EBA2D4EDB}"/>
            </a:ext>
          </a:extLst>
        </p:cNvPr>
        <p:cNvGrpSpPr/>
        <p:nvPr/>
      </p:nvGrpSpPr>
      <p:grpSpPr>
        <a:xfrm>
          <a:off x="0" y="0"/>
          <a:ext cx="0" cy="0"/>
          <a:chOff x="0" y="0"/>
          <a:chExt cx="0" cy="0"/>
        </a:xfrm>
      </p:grpSpPr>
      <p:sp>
        <p:nvSpPr>
          <p:cNvPr id="359" name="Google Shape;359;g14072739ea5_12_0:notes">
            <a:extLst>
              <a:ext uri="{FF2B5EF4-FFF2-40B4-BE49-F238E27FC236}">
                <a16:creationId xmlns:a16="http://schemas.microsoft.com/office/drawing/2014/main" id="{05CC2205-BA31-96A4-32F9-6EF90A803D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14072739ea5_12_0:notes">
            <a:extLst>
              <a:ext uri="{FF2B5EF4-FFF2-40B4-BE49-F238E27FC236}">
                <a16:creationId xmlns:a16="http://schemas.microsoft.com/office/drawing/2014/main" id="{96774CE2-BF7D-99B5-BF11-0B8AE23B8D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9388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a:extLst>
            <a:ext uri="{FF2B5EF4-FFF2-40B4-BE49-F238E27FC236}">
              <a16:creationId xmlns:a16="http://schemas.microsoft.com/office/drawing/2014/main" id="{EC4CFA99-D552-9CF2-358F-69E9FD3D64D6}"/>
            </a:ext>
          </a:extLst>
        </p:cNvPr>
        <p:cNvGrpSpPr/>
        <p:nvPr/>
      </p:nvGrpSpPr>
      <p:grpSpPr>
        <a:xfrm>
          <a:off x="0" y="0"/>
          <a:ext cx="0" cy="0"/>
          <a:chOff x="0" y="0"/>
          <a:chExt cx="0" cy="0"/>
        </a:xfrm>
      </p:grpSpPr>
      <p:sp>
        <p:nvSpPr>
          <p:cNvPr id="359" name="Google Shape;359;g14072739ea5_12_0:notes">
            <a:extLst>
              <a:ext uri="{FF2B5EF4-FFF2-40B4-BE49-F238E27FC236}">
                <a16:creationId xmlns:a16="http://schemas.microsoft.com/office/drawing/2014/main" id="{0A2FEF2D-AC55-EEB6-5D27-0B7F3AE2E9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14072739ea5_12_0:notes">
            <a:extLst>
              <a:ext uri="{FF2B5EF4-FFF2-40B4-BE49-F238E27FC236}">
                <a16:creationId xmlns:a16="http://schemas.microsoft.com/office/drawing/2014/main" id="{EC39506B-80C6-FD96-A05F-53EB4D45A1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128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53CD3438-434B-3191-C3BF-6C1282EB11DF}"/>
            </a:ext>
          </a:extLst>
        </p:cNvPr>
        <p:cNvGrpSpPr/>
        <p:nvPr/>
      </p:nvGrpSpPr>
      <p:grpSpPr>
        <a:xfrm>
          <a:off x="0" y="0"/>
          <a:ext cx="0" cy="0"/>
          <a:chOff x="0" y="0"/>
          <a:chExt cx="0" cy="0"/>
        </a:xfrm>
      </p:grpSpPr>
      <p:sp>
        <p:nvSpPr>
          <p:cNvPr id="401" name="Google Shape;401;g54dda1946d_6_322:notes">
            <a:extLst>
              <a:ext uri="{FF2B5EF4-FFF2-40B4-BE49-F238E27FC236}">
                <a16:creationId xmlns:a16="http://schemas.microsoft.com/office/drawing/2014/main" id="{1A54F02C-EC38-C442-E85E-CC61C3007B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a:extLst>
              <a:ext uri="{FF2B5EF4-FFF2-40B4-BE49-F238E27FC236}">
                <a16:creationId xmlns:a16="http://schemas.microsoft.com/office/drawing/2014/main" id="{34810321-BE02-F8EE-0149-5A7DBBF4C9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7175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54F1C304-7FA4-2A50-BEA1-C3771405245A}"/>
            </a:ext>
          </a:extLst>
        </p:cNvPr>
        <p:cNvGrpSpPr/>
        <p:nvPr/>
      </p:nvGrpSpPr>
      <p:grpSpPr>
        <a:xfrm>
          <a:off x="0" y="0"/>
          <a:ext cx="0" cy="0"/>
          <a:chOff x="0" y="0"/>
          <a:chExt cx="0" cy="0"/>
        </a:xfrm>
      </p:grpSpPr>
      <p:sp>
        <p:nvSpPr>
          <p:cNvPr id="401" name="Google Shape;401;g54dda1946d_6_322:notes">
            <a:extLst>
              <a:ext uri="{FF2B5EF4-FFF2-40B4-BE49-F238E27FC236}">
                <a16:creationId xmlns:a16="http://schemas.microsoft.com/office/drawing/2014/main" id="{24C79242-BAA9-DA1B-5BEE-FC57811DF3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a:extLst>
              <a:ext uri="{FF2B5EF4-FFF2-40B4-BE49-F238E27FC236}">
                <a16:creationId xmlns:a16="http://schemas.microsoft.com/office/drawing/2014/main" id="{FA882504-5D33-DB40-446D-446B79C513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3346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6DA1FAD3-7E86-E7E4-BD40-4E9DFD9175CA}"/>
            </a:ext>
          </a:extLst>
        </p:cNvPr>
        <p:cNvGrpSpPr/>
        <p:nvPr/>
      </p:nvGrpSpPr>
      <p:grpSpPr>
        <a:xfrm>
          <a:off x="0" y="0"/>
          <a:ext cx="0" cy="0"/>
          <a:chOff x="0" y="0"/>
          <a:chExt cx="0" cy="0"/>
        </a:xfrm>
      </p:grpSpPr>
      <p:sp>
        <p:nvSpPr>
          <p:cNvPr id="401" name="Google Shape;401;g54dda1946d_6_322:notes">
            <a:extLst>
              <a:ext uri="{FF2B5EF4-FFF2-40B4-BE49-F238E27FC236}">
                <a16:creationId xmlns:a16="http://schemas.microsoft.com/office/drawing/2014/main" id="{096D0D36-573D-8D6B-4059-FB628C99B7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a:extLst>
              <a:ext uri="{FF2B5EF4-FFF2-40B4-BE49-F238E27FC236}">
                <a16:creationId xmlns:a16="http://schemas.microsoft.com/office/drawing/2014/main" id="{4A181EAD-AC6D-4530-2DAD-ACAA1614DF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53110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a:extLst>
            <a:ext uri="{FF2B5EF4-FFF2-40B4-BE49-F238E27FC236}">
              <a16:creationId xmlns:a16="http://schemas.microsoft.com/office/drawing/2014/main" id="{F9453362-3B64-7A07-DAD2-222D0E7BD968}"/>
            </a:ext>
          </a:extLst>
        </p:cNvPr>
        <p:cNvGrpSpPr/>
        <p:nvPr/>
      </p:nvGrpSpPr>
      <p:grpSpPr>
        <a:xfrm>
          <a:off x="0" y="0"/>
          <a:ext cx="0" cy="0"/>
          <a:chOff x="0" y="0"/>
          <a:chExt cx="0" cy="0"/>
        </a:xfrm>
      </p:grpSpPr>
      <p:sp>
        <p:nvSpPr>
          <p:cNvPr id="475" name="Google Shape;475;g54dda1946d_4_2726:notes">
            <a:extLst>
              <a:ext uri="{FF2B5EF4-FFF2-40B4-BE49-F238E27FC236}">
                <a16:creationId xmlns:a16="http://schemas.microsoft.com/office/drawing/2014/main" id="{257DBFA5-000F-A717-0984-9C4327E8D1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54dda1946d_4_2726:notes">
            <a:extLst>
              <a:ext uri="{FF2B5EF4-FFF2-40B4-BE49-F238E27FC236}">
                <a16:creationId xmlns:a16="http://schemas.microsoft.com/office/drawing/2014/main" id="{A56164B4-226C-94DE-27D5-58729ABD1D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9857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FC842F82-CB3F-C4B1-CEDE-E6BD42D971BA}"/>
            </a:ext>
          </a:extLst>
        </p:cNvPr>
        <p:cNvGrpSpPr/>
        <p:nvPr/>
      </p:nvGrpSpPr>
      <p:grpSpPr>
        <a:xfrm>
          <a:off x="0" y="0"/>
          <a:ext cx="0" cy="0"/>
          <a:chOff x="0" y="0"/>
          <a:chExt cx="0" cy="0"/>
        </a:xfrm>
      </p:grpSpPr>
      <p:sp>
        <p:nvSpPr>
          <p:cNvPr id="401" name="Google Shape;401;g54dda1946d_6_322:notes">
            <a:extLst>
              <a:ext uri="{FF2B5EF4-FFF2-40B4-BE49-F238E27FC236}">
                <a16:creationId xmlns:a16="http://schemas.microsoft.com/office/drawing/2014/main" id="{734A42A5-0A75-E8F8-94A0-87916887CF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a:extLst>
              <a:ext uri="{FF2B5EF4-FFF2-40B4-BE49-F238E27FC236}">
                <a16:creationId xmlns:a16="http://schemas.microsoft.com/office/drawing/2014/main" id="{4823D94A-B256-8F5A-7068-882DC51F0E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38402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D5971316-E032-75A1-8B38-0A3047E1D968}"/>
            </a:ext>
          </a:extLst>
        </p:cNvPr>
        <p:cNvGrpSpPr/>
        <p:nvPr/>
      </p:nvGrpSpPr>
      <p:grpSpPr>
        <a:xfrm>
          <a:off x="0" y="0"/>
          <a:ext cx="0" cy="0"/>
          <a:chOff x="0" y="0"/>
          <a:chExt cx="0" cy="0"/>
        </a:xfrm>
      </p:grpSpPr>
      <p:sp>
        <p:nvSpPr>
          <p:cNvPr id="401" name="Google Shape;401;g54dda1946d_6_322:notes">
            <a:extLst>
              <a:ext uri="{FF2B5EF4-FFF2-40B4-BE49-F238E27FC236}">
                <a16:creationId xmlns:a16="http://schemas.microsoft.com/office/drawing/2014/main" id="{08473360-99A7-68B3-5920-0E3BE034A9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a:extLst>
              <a:ext uri="{FF2B5EF4-FFF2-40B4-BE49-F238E27FC236}">
                <a16:creationId xmlns:a16="http://schemas.microsoft.com/office/drawing/2014/main" id="{29D1AA9E-6BC8-5002-EECB-F6157C8ADD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9365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A61FC98E-F04B-F141-E624-B1B3B0F65993}"/>
            </a:ext>
          </a:extLst>
        </p:cNvPr>
        <p:cNvGrpSpPr/>
        <p:nvPr/>
      </p:nvGrpSpPr>
      <p:grpSpPr>
        <a:xfrm>
          <a:off x="0" y="0"/>
          <a:ext cx="0" cy="0"/>
          <a:chOff x="0" y="0"/>
          <a:chExt cx="0" cy="0"/>
        </a:xfrm>
      </p:grpSpPr>
      <p:sp>
        <p:nvSpPr>
          <p:cNvPr id="401" name="Google Shape;401;g54dda1946d_6_322:notes">
            <a:extLst>
              <a:ext uri="{FF2B5EF4-FFF2-40B4-BE49-F238E27FC236}">
                <a16:creationId xmlns:a16="http://schemas.microsoft.com/office/drawing/2014/main" id="{0202961B-0822-9359-DE10-B9F7DD0FF3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a:extLst>
              <a:ext uri="{FF2B5EF4-FFF2-40B4-BE49-F238E27FC236}">
                <a16:creationId xmlns:a16="http://schemas.microsoft.com/office/drawing/2014/main" id="{2EFB7295-016B-8D5E-E62E-5F83BB7A25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17057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AF9A7884-A19E-65BA-CE3F-91E0BD032551}"/>
            </a:ext>
          </a:extLst>
        </p:cNvPr>
        <p:cNvGrpSpPr/>
        <p:nvPr/>
      </p:nvGrpSpPr>
      <p:grpSpPr>
        <a:xfrm>
          <a:off x="0" y="0"/>
          <a:ext cx="0" cy="0"/>
          <a:chOff x="0" y="0"/>
          <a:chExt cx="0" cy="0"/>
        </a:xfrm>
      </p:grpSpPr>
      <p:sp>
        <p:nvSpPr>
          <p:cNvPr id="401" name="Google Shape;401;g54dda1946d_6_322:notes">
            <a:extLst>
              <a:ext uri="{FF2B5EF4-FFF2-40B4-BE49-F238E27FC236}">
                <a16:creationId xmlns:a16="http://schemas.microsoft.com/office/drawing/2014/main" id="{B1BDB33A-0980-E3DC-FC77-68D351E0DB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a:extLst>
              <a:ext uri="{FF2B5EF4-FFF2-40B4-BE49-F238E27FC236}">
                <a16:creationId xmlns:a16="http://schemas.microsoft.com/office/drawing/2014/main" id="{910913C1-D3CE-DAE9-A2CF-6D9B619A26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6060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83801B54-1F45-CCE8-A599-69C296A53218}"/>
            </a:ext>
          </a:extLst>
        </p:cNvPr>
        <p:cNvGrpSpPr/>
        <p:nvPr/>
      </p:nvGrpSpPr>
      <p:grpSpPr>
        <a:xfrm>
          <a:off x="0" y="0"/>
          <a:ext cx="0" cy="0"/>
          <a:chOff x="0" y="0"/>
          <a:chExt cx="0" cy="0"/>
        </a:xfrm>
      </p:grpSpPr>
      <p:sp>
        <p:nvSpPr>
          <p:cNvPr id="401" name="Google Shape;401;g54dda1946d_6_322:notes">
            <a:extLst>
              <a:ext uri="{FF2B5EF4-FFF2-40B4-BE49-F238E27FC236}">
                <a16:creationId xmlns:a16="http://schemas.microsoft.com/office/drawing/2014/main" id="{84E6EE45-875A-9A65-28BF-5FC5F867F9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a:extLst>
              <a:ext uri="{FF2B5EF4-FFF2-40B4-BE49-F238E27FC236}">
                <a16:creationId xmlns:a16="http://schemas.microsoft.com/office/drawing/2014/main" id="{6C2DE11B-0C88-4594-7679-D4CE44D76E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82012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9BAFB250-BE76-9808-6CF7-FD86DED93D93}"/>
            </a:ext>
          </a:extLst>
        </p:cNvPr>
        <p:cNvGrpSpPr/>
        <p:nvPr/>
      </p:nvGrpSpPr>
      <p:grpSpPr>
        <a:xfrm>
          <a:off x="0" y="0"/>
          <a:ext cx="0" cy="0"/>
          <a:chOff x="0" y="0"/>
          <a:chExt cx="0" cy="0"/>
        </a:xfrm>
      </p:grpSpPr>
      <p:sp>
        <p:nvSpPr>
          <p:cNvPr id="401" name="Google Shape;401;g54dda1946d_6_322:notes">
            <a:extLst>
              <a:ext uri="{FF2B5EF4-FFF2-40B4-BE49-F238E27FC236}">
                <a16:creationId xmlns:a16="http://schemas.microsoft.com/office/drawing/2014/main" id="{E15ADCCE-477B-C86D-CD00-1D4747EEB7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a:extLst>
              <a:ext uri="{FF2B5EF4-FFF2-40B4-BE49-F238E27FC236}">
                <a16:creationId xmlns:a16="http://schemas.microsoft.com/office/drawing/2014/main" id="{F8DC1AF2-A6B1-02CF-123C-28C3F962B5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53130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07A099D7-60F1-7BEC-0AF2-01615242AC85}"/>
            </a:ext>
          </a:extLst>
        </p:cNvPr>
        <p:cNvGrpSpPr/>
        <p:nvPr/>
      </p:nvGrpSpPr>
      <p:grpSpPr>
        <a:xfrm>
          <a:off x="0" y="0"/>
          <a:ext cx="0" cy="0"/>
          <a:chOff x="0" y="0"/>
          <a:chExt cx="0" cy="0"/>
        </a:xfrm>
      </p:grpSpPr>
      <p:sp>
        <p:nvSpPr>
          <p:cNvPr id="401" name="Google Shape;401;g54dda1946d_6_322:notes">
            <a:extLst>
              <a:ext uri="{FF2B5EF4-FFF2-40B4-BE49-F238E27FC236}">
                <a16:creationId xmlns:a16="http://schemas.microsoft.com/office/drawing/2014/main" id="{2A1833CF-EDED-254D-247A-C763A77E2F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a:extLst>
              <a:ext uri="{FF2B5EF4-FFF2-40B4-BE49-F238E27FC236}">
                <a16:creationId xmlns:a16="http://schemas.microsoft.com/office/drawing/2014/main" id="{6C07D736-7ADB-E32D-CEA8-E98CC116F3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57983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A686EE5D-3155-0250-EB6A-B02BD8D2A4BB}"/>
            </a:ext>
          </a:extLst>
        </p:cNvPr>
        <p:cNvGrpSpPr/>
        <p:nvPr/>
      </p:nvGrpSpPr>
      <p:grpSpPr>
        <a:xfrm>
          <a:off x="0" y="0"/>
          <a:ext cx="0" cy="0"/>
          <a:chOff x="0" y="0"/>
          <a:chExt cx="0" cy="0"/>
        </a:xfrm>
      </p:grpSpPr>
      <p:sp>
        <p:nvSpPr>
          <p:cNvPr id="401" name="Google Shape;401;g54dda1946d_6_322:notes">
            <a:extLst>
              <a:ext uri="{FF2B5EF4-FFF2-40B4-BE49-F238E27FC236}">
                <a16:creationId xmlns:a16="http://schemas.microsoft.com/office/drawing/2014/main" id="{378CF7B4-6792-2ABA-607C-910F1BA7B7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a:extLst>
              <a:ext uri="{FF2B5EF4-FFF2-40B4-BE49-F238E27FC236}">
                <a16:creationId xmlns:a16="http://schemas.microsoft.com/office/drawing/2014/main" id="{D841C89A-BC0F-C173-73F7-1395219194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86610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9147C59D-F949-3E6B-F373-24386C6B999D}"/>
            </a:ext>
          </a:extLst>
        </p:cNvPr>
        <p:cNvGrpSpPr/>
        <p:nvPr/>
      </p:nvGrpSpPr>
      <p:grpSpPr>
        <a:xfrm>
          <a:off x="0" y="0"/>
          <a:ext cx="0" cy="0"/>
          <a:chOff x="0" y="0"/>
          <a:chExt cx="0" cy="0"/>
        </a:xfrm>
      </p:grpSpPr>
      <p:sp>
        <p:nvSpPr>
          <p:cNvPr id="401" name="Google Shape;401;g54dda1946d_6_322:notes">
            <a:extLst>
              <a:ext uri="{FF2B5EF4-FFF2-40B4-BE49-F238E27FC236}">
                <a16:creationId xmlns:a16="http://schemas.microsoft.com/office/drawing/2014/main" id="{7A71C352-387E-FC90-79FE-BE602DB067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a:extLst>
              <a:ext uri="{FF2B5EF4-FFF2-40B4-BE49-F238E27FC236}">
                <a16:creationId xmlns:a16="http://schemas.microsoft.com/office/drawing/2014/main" id="{1EB37855-340C-306B-6A74-97B88B435B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7122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DDDB213E-79AB-22B5-5725-DF6DFCEBE25C}"/>
            </a:ext>
          </a:extLst>
        </p:cNvPr>
        <p:cNvGrpSpPr/>
        <p:nvPr/>
      </p:nvGrpSpPr>
      <p:grpSpPr>
        <a:xfrm>
          <a:off x="0" y="0"/>
          <a:ext cx="0" cy="0"/>
          <a:chOff x="0" y="0"/>
          <a:chExt cx="0" cy="0"/>
        </a:xfrm>
      </p:grpSpPr>
      <p:sp>
        <p:nvSpPr>
          <p:cNvPr id="401" name="Google Shape;401;g54dda1946d_6_322:notes">
            <a:extLst>
              <a:ext uri="{FF2B5EF4-FFF2-40B4-BE49-F238E27FC236}">
                <a16:creationId xmlns:a16="http://schemas.microsoft.com/office/drawing/2014/main" id="{8D3B6DBC-FB1E-CC8E-741F-D2FA10EE49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a:extLst>
              <a:ext uri="{FF2B5EF4-FFF2-40B4-BE49-F238E27FC236}">
                <a16:creationId xmlns:a16="http://schemas.microsoft.com/office/drawing/2014/main" id="{AD96BCC7-51DD-153F-596A-882588FA15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29440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EE15E02A-167E-1830-6E4C-A9E2506D7C46}"/>
            </a:ext>
          </a:extLst>
        </p:cNvPr>
        <p:cNvGrpSpPr/>
        <p:nvPr/>
      </p:nvGrpSpPr>
      <p:grpSpPr>
        <a:xfrm>
          <a:off x="0" y="0"/>
          <a:ext cx="0" cy="0"/>
          <a:chOff x="0" y="0"/>
          <a:chExt cx="0" cy="0"/>
        </a:xfrm>
      </p:grpSpPr>
      <p:sp>
        <p:nvSpPr>
          <p:cNvPr id="401" name="Google Shape;401;g54dda1946d_6_322:notes">
            <a:extLst>
              <a:ext uri="{FF2B5EF4-FFF2-40B4-BE49-F238E27FC236}">
                <a16:creationId xmlns:a16="http://schemas.microsoft.com/office/drawing/2014/main" id="{834DE065-1D6E-4C95-128E-C1E1CBD4FF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a:extLst>
              <a:ext uri="{FF2B5EF4-FFF2-40B4-BE49-F238E27FC236}">
                <a16:creationId xmlns:a16="http://schemas.microsoft.com/office/drawing/2014/main" id="{4B0F9B93-6964-8FAE-2F74-48BEDD14B8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05788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51D0CF70-C06D-4924-BD90-20C577FC415C}"/>
            </a:ext>
          </a:extLst>
        </p:cNvPr>
        <p:cNvGrpSpPr/>
        <p:nvPr/>
      </p:nvGrpSpPr>
      <p:grpSpPr>
        <a:xfrm>
          <a:off x="0" y="0"/>
          <a:ext cx="0" cy="0"/>
          <a:chOff x="0" y="0"/>
          <a:chExt cx="0" cy="0"/>
        </a:xfrm>
      </p:grpSpPr>
      <p:sp>
        <p:nvSpPr>
          <p:cNvPr id="401" name="Google Shape;401;g54dda1946d_6_322:notes">
            <a:extLst>
              <a:ext uri="{FF2B5EF4-FFF2-40B4-BE49-F238E27FC236}">
                <a16:creationId xmlns:a16="http://schemas.microsoft.com/office/drawing/2014/main" id="{A0F3E020-220F-2AC9-5CD0-9A99E96A36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a:extLst>
              <a:ext uri="{FF2B5EF4-FFF2-40B4-BE49-F238E27FC236}">
                <a16:creationId xmlns:a16="http://schemas.microsoft.com/office/drawing/2014/main" id="{DB760BAF-0925-DE44-EE3E-5F1D3C2D43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3640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2F203032-24F0-967D-D83B-807DAD6CF0AF}"/>
            </a:ext>
          </a:extLst>
        </p:cNvPr>
        <p:cNvGrpSpPr/>
        <p:nvPr/>
      </p:nvGrpSpPr>
      <p:grpSpPr>
        <a:xfrm>
          <a:off x="0" y="0"/>
          <a:ext cx="0" cy="0"/>
          <a:chOff x="0" y="0"/>
          <a:chExt cx="0" cy="0"/>
        </a:xfrm>
      </p:grpSpPr>
      <p:sp>
        <p:nvSpPr>
          <p:cNvPr id="401" name="Google Shape;401;g54dda1946d_6_322:notes">
            <a:extLst>
              <a:ext uri="{FF2B5EF4-FFF2-40B4-BE49-F238E27FC236}">
                <a16:creationId xmlns:a16="http://schemas.microsoft.com/office/drawing/2014/main" id="{D949E417-0B67-6DB4-E251-6E16667C61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22:notes">
            <a:extLst>
              <a:ext uri="{FF2B5EF4-FFF2-40B4-BE49-F238E27FC236}">
                <a16:creationId xmlns:a16="http://schemas.microsoft.com/office/drawing/2014/main" id="{564BD743-EDE7-5FBD-4B31-1C2104590F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2762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940505" y="445225"/>
            <a:ext cx="10717630" cy="4405453"/>
            <a:chOff x="-940505" y="445225"/>
            <a:chExt cx="10717630" cy="4405453"/>
          </a:xfrm>
        </p:grpSpPr>
        <p:grpSp>
          <p:nvGrpSpPr>
            <p:cNvPr id="10" name="Google Shape;10;p2"/>
            <p:cNvGrpSpPr/>
            <p:nvPr/>
          </p:nvGrpSpPr>
          <p:grpSpPr>
            <a:xfrm>
              <a:off x="-940505" y="3967928"/>
              <a:ext cx="2534850" cy="882750"/>
              <a:chOff x="-96030" y="3967928"/>
              <a:chExt cx="2534850" cy="882750"/>
            </a:xfrm>
          </p:grpSpPr>
          <p:sp>
            <p:nvSpPr>
              <p:cNvPr id="11" name="Google Shape;11;p2"/>
              <p:cNvSpPr/>
              <p:nvPr/>
            </p:nvSpPr>
            <p:spPr>
              <a:xfrm>
                <a:off x="-96030" y="3967928"/>
                <a:ext cx="2231728" cy="792270"/>
              </a:xfrm>
              <a:custGeom>
                <a:avLst/>
                <a:gdLst/>
                <a:ahLst/>
                <a:cxnLst/>
                <a:rect l="l" t="t" r="r" b="b"/>
                <a:pathLst>
                  <a:path w="12752" h="4527" fill="none" extrusionOk="0">
                    <a:moveTo>
                      <a:pt x="0" y="0"/>
                    </a:moveTo>
                    <a:lnTo>
                      <a:pt x="0" y="0"/>
                    </a:lnTo>
                    <a:cubicBezTo>
                      <a:pt x="10972" y="0"/>
                      <a:pt x="10972" y="0"/>
                      <a:pt x="10972" y="0"/>
                    </a:cubicBezTo>
                    <a:cubicBezTo>
                      <a:pt x="11576" y="0"/>
                      <a:pt x="12068" y="492"/>
                      <a:pt x="12068" y="1096"/>
                    </a:cubicBezTo>
                    <a:cubicBezTo>
                      <a:pt x="12068" y="1247"/>
                      <a:pt x="12068" y="1247"/>
                      <a:pt x="12068" y="1247"/>
                    </a:cubicBezTo>
                    <a:cubicBezTo>
                      <a:pt x="12068" y="1851"/>
                      <a:pt x="11576" y="2344"/>
                      <a:pt x="10972" y="2344"/>
                    </a:cubicBezTo>
                    <a:cubicBezTo>
                      <a:pt x="2845" y="2344"/>
                      <a:pt x="2845" y="2344"/>
                      <a:pt x="2845" y="2344"/>
                    </a:cubicBezTo>
                    <a:cubicBezTo>
                      <a:pt x="2241" y="2344"/>
                      <a:pt x="1748" y="2827"/>
                      <a:pt x="1748" y="3431"/>
                    </a:cubicBezTo>
                    <a:lnTo>
                      <a:pt x="1748" y="3431"/>
                    </a:lnTo>
                    <a:cubicBezTo>
                      <a:pt x="1748" y="4043"/>
                      <a:pt x="2241" y="4527"/>
                      <a:pt x="2845" y="4527"/>
                    </a:cubicBezTo>
                    <a:cubicBezTo>
                      <a:pt x="12752" y="4527"/>
                      <a:pt x="12752" y="4527"/>
                      <a:pt x="12752" y="4527"/>
                    </a:cubicBezTo>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 name="Google Shape;12;p2"/>
              <p:cNvSpPr/>
              <p:nvPr/>
            </p:nvSpPr>
            <p:spPr>
              <a:xfrm>
                <a:off x="2135702" y="4682493"/>
                <a:ext cx="190411" cy="157159"/>
              </a:xfrm>
              <a:custGeom>
                <a:avLst/>
                <a:gdLst/>
                <a:ahLst/>
                <a:cxnLst/>
                <a:rect l="l" t="t" r="r" b="b"/>
                <a:pathLst>
                  <a:path w="1088" h="898" extrusionOk="0">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 name="Google Shape;13;p2"/>
              <p:cNvSpPr/>
              <p:nvPr/>
            </p:nvSpPr>
            <p:spPr>
              <a:xfrm>
                <a:off x="2326113" y="4668492"/>
                <a:ext cx="29227" cy="182185"/>
              </a:xfrm>
              <a:custGeom>
                <a:avLst/>
                <a:gdLst/>
                <a:ahLst/>
                <a:cxnLst/>
                <a:rect l="l" t="t" r="r" b="b"/>
                <a:pathLst>
                  <a:path w="167" h="1041" extrusionOk="0">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 name="Google Shape;14;p2"/>
              <p:cNvSpPr/>
              <p:nvPr/>
            </p:nvSpPr>
            <p:spPr>
              <a:xfrm>
                <a:off x="2355340" y="4783999"/>
                <a:ext cx="83480" cy="25026"/>
              </a:xfrm>
              <a:custGeom>
                <a:avLst/>
                <a:gdLst/>
                <a:ahLst/>
                <a:cxnLst/>
                <a:rect l="l" t="t" r="r" b="b"/>
                <a:pathLst>
                  <a:path w="477" h="143" extrusionOk="0">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w="9525" cap="rnd" cmpd="sng">
                <a:solidFill>
                  <a:schemeClr val="dk1"/>
                </a:solidFill>
                <a:prstDash val="solid"/>
                <a:round/>
                <a:headEnd type="none" w="sm" len="sm"/>
                <a:tailEnd type="none" w="sm" len="sm"/>
              </a:ln>
            </p:spPr>
            <p:txBody>
              <a:bodyPr spcFirstLastPara="1" wrap="square" lIns="95750" tIns="700" rIns="95750" bIns="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 name="Google Shape;15;p2"/>
              <p:cNvSpPr/>
              <p:nvPr/>
            </p:nvSpPr>
            <p:spPr>
              <a:xfrm>
                <a:off x="2355340" y="4710145"/>
                <a:ext cx="83480" cy="25201"/>
              </a:xfrm>
              <a:custGeom>
                <a:avLst/>
                <a:gdLst/>
                <a:ahLst/>
                <a:cxnLst/>
                <a:rect l="l" t="t" r="r" b="b"/>
                <a:pathLst>
                  <a:path w="477" h="144" extrusionOk="0">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w="9525" cap="rnd" cmpd="sng">
                <a:solidFill>
                  <a:schemeClr val="dk1"/>
                </a:solidFill>
                <a:prstDash val="solid"/>
                <a:round/>
                <a:headEnd type="none" w="sm" len="sm"/>
                <a:tailEnd type="none" w="sm" len="sm"/>
              </a:ln>
            </p:spPr>
            <p:txBody>
              <a:bodyPr spcFirstLastPara="1" wrap="square" lIns="95750" tIns="1075" rIns="95750" bIns="1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6" name="Google Shape;16;p2"/>
            <p:cNvSpPr/>
            <p:nvPr/>
          </p:nvSpPr>
          <p:spPr>
            <a:xfrm>
              <a:off x="8600525" y="4461800"/>
              <a:ext cx="1176600" cy="284400"/>
            </a:xfrm>
            <a:prstGeom prst="roundRect">
              <a:avLst>
                <a:gd name="adj" fmla="val 50000"/>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grpSp>
          <p:nvGrpSpPr>
            <p:cNvPr id="17" name="Google Shape;17;p2"/>
            <p:cNvGrpSpPr/>
            <p:nvPr/>
          </p:nvGrpSpPr>
          <p:grpSpPr>
            <a:xfrm>
              <a:off x="285100" y="445225"/>
              <a:ext cx="856200" cy="856200"/>
              <a:chOff x="285100" y="445225"/>
              <a:chExt cx="856200" cy="856200"/>
            </a:xfrm>
          </p:grpSpPr>
          <p:sp>
            <p:nvSpPr>
              <p:cNvPr id="18" name="Google Shape;18;p2"/>
              <p:cNvSpPr/>
              <p:nvPr/>
            </p:nvSpPr>
            <p:spPr>
              <a:xfrm>
                <a:off x="285100" y="445225"/>
                <a:ext cx="856200" cy="856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sp>
            <p:nvSpPr>
              <p:cNvPr id="19" name="Google Shape;19;p2"/>
              <p:cNvSpPr/>
              <p:nvPr/>
            </p:nvSpPr>
            <p:spPr>
              <a:xfrm>
                <a:off x="506762" y="579382"/>
                <a:ext cx="412876" cy="587885"/>
              </a:xfrm>
              <a:custGeom>
                <a:avLst/>
                <a:gdLst/>
                <a:ahLst/>
                <a:cxnLst/>
                <a:rect l="l" t="t" r="r" b="b"/>
                <a:pathLst>
                  <a:path w="3831" h="5455" extrusionOk="0">
                    <a:moveTo>
                      <a:pt x="1959" y="30"/>
                    </a:moveTo>
                    <a:lnTo>
                      <a:pt x="1959" y="30"/>
                    </a:lnTo>
                    <a:cubicBezTo>
                      <a:pt x="13" y="3175"/>
                      <a:pt x="13" y="3175"/>
                      <a:pt x="13" y="3175"/>
                    </a:cubicBezTo>
                    <a:cubicBezTo>
                      <a:pt x="-19" y="3217"/>
                      <a:pt x="13" y="3269"/>
                      <a:pt x="65" y="3269"/>
                    </a:cubicBezTo>
                    <a:cubicBezTo>
                      <a:pt x="1606" y="3269"/>
                      <a:pt x="1606" y="3269"/>
                      <a:pt x="1606" y="3269"/>
                    </a:cubicBezTo>
                    <a:cubicBezTo>
                      <a:pt x="1638" y="3269"/>
                      <a:pt x="1669" y="3300"/>
                      <a:pt x="1669" y="3331"/>
                    </a:cubicBezTo>
                    <a:cubicBezTo>
                      <a:pt x="1669" y="5394"/>
                      <a:pt x="1669" y="5394"/>
                      <a:pt x="1669" y="5394"/>
                    </a:cubicBezTo>
                    <a:cubicBezTo>
                      <a:pt x="1669" y="5456"/>
                      <a:pt x="1742" y="5477"/>
                      <a:pt x="1773" y="5425"/>
                    </a:cubicBezTo>
                    <a:cubicBezTo>
                      <a:pt x="3824" y="2332"/>
                      <a:pt x="3824" y="2332"/>
                      <a:pt x="3824" y="2332"/>
                    </a:cubicBezTo>
                    <a:cubicBezTo>
                      <a:pt x="3845" y="2291"/>
                      <a:pt x="3814" y="2239"/>
                      <a:pt x="3772" y="2239"/>
                    </a:cubicBezTo>
                    <a:cubicBezTo>
                      <a:pt x="2126" y="2239"/>
                      <a:pt x="2126" y="2239"/>
                      <a:pt x="2126" y="2239"/>
                    </a:cubicBezTo>
                    <a:cubicBezTo>
                      <a:pt x="2095" y="2239"/>
                      <a:pt x="2074" y="2207"/>
                      <a:pt x="2074" y="2176"/>
                    </a:cubicBezTo>
                    <a:cubicBezTo>
                      <a:pt x="2064" y="61"/>
                      <a:pt x="2064" y="61"/>
                      <a:pt x="2064" y="61"/>
                    </a:cubicBezTo>
                    <a:cubicBezTo>
                      <a:pt x="2064" y="-1"/>
                      <a:pt x="1991" y="-22"/>
                      <a:pt x="1959" y="30"/>
                    </a:cubicBezTo>
                    <a:close/>
                  </a:path>
                </a:pathLst>
              </a:custGeom>
              <a:noFill/>
              <a:ln w="9525" cap="flat" cmpd="sng">
                <a:solidFill>
                  <a:schemeClr val="dk1"/>
                </a:solidFill>
                <a:prstDash val="solid"/>
                <a:miter lim="8000"/>
                <a:headEnd type="none" w="sm" len="sm"/>
                <a:tailEnd type="none" w="sm" len="sm"/>
              </a:ln>
            </p:spPr>
            <p:txBody>
              <a:bodyPr spcFirstLastPara="1" wrap="square" lIns="97550" tIns="52550" rIns="97550" bIns="52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20" name="Google Shape;20;p2"/>
          <p:cNvGrpSpPr/>
          <p:nvPr/>
        </p:nvGrpSpPr>
        <p:grpSpPr>
          <a:xfrm>
            <a:off x="-1281900" y="-1777775"/>
            <a:ext cx="8274125" cy="8604775"/>
            <a:chOff x="-1281900" y="-1777775"/>
            <a:chExt cx="8274125" cy="8604775"/>
          </a:xfrm>
        </p:grpSpPr>
        <p:sp>
          <p:nvSpPr>
            <p:cNvPr id="21" name="Google Shape;21;p2"/>
            <p:cNvSpPr/>
            <p:nvPr/>
          </p:nvSpPr>
          <p:spPr>
            <a:xfrm>
              <a:off x="-1281900" y="-1777775"/>
              <a:ext cx="2223000" cy="2223000"/>
            </a:xfrm>
            <a:prstGeom prst="ellipse">
              <a:avLst/>
            </a:prstGeom>
            <a:solidFill>
              <a:srgbClr val="A15315">
                <a:alpha val="164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sp>
          <p:nvSpPr>
            <p:cNvPr id="22" name="Google Shape;22;p2"/>
            <p:cNvSpPr/>
            <p:nvPr/>
          </p:nvSpPr>
          <p:spPr>
            <a:xfrm>
              <a:off x="4769225" y="4604000"/>
              <a:ext cx="2223000" cy="2223000"/>
            </a:xfrm>
            <a:prstGeom prst="ellipse">
              <a:avLst/>
            </a:prstGeom>
            <a:solidFill>
              <a:srgbClr val="A15315">
                <a:alpha val="164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grpSp>
      <p:sp>
        <p:nvSpPr>
          <p:cNvPr id="23" name="Google Shape;23;p2"/>
          <p:cNvSpPr txBox="1">
            <a:spLocks noGrp="1"/>
          </p:cNvSpPr>
          <p:nvPr>
            <p:ph type="ctrTitle"/>
          </p:nvPr>
        </p:nvSpPr>
        <p:spPr>
          <a:xfrm>
            <a:off x="3330875" y="1139463"/>
            <a:ext cx="5099700" cy="22626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4200"/>
              <a:buNone/>
              <a:defRPr sz="4200"/>
            </a:lvl1pPr>
            <a:lvl2pPr lvl="1" algn="ctr">
              <a:spcBef>
                <a:spcPts val="0"/>
              </a:spcBef>
              <a:spcAft>
                <a:spcPts val="0"/>
              </a:spcAft>
              <a:buClr>
                <a:srgbClr val="191919"/>
              </a:buClr>
              <a:buSzPts val="4200"/>
              <a:buNone/>
              <a:defRPr sz="4200">
                <a:solidFill>
                  <a:srgbClr val="191919"/>
                </a:solidFill>
              </a:defRPr>
            </a:lvl2pPr>
            <a:lvl3pPr lvl="2" algn="ctr">
              <a:spcBef>
                <a:spcPts val="0"/>
              </a:spcBef>
              <a:spcAft>
                <a:spcPts val="0"/>
              </a:spcAft>
              <a:buClr>
                <a:srgbClr val="191919"/>
              </a:buClr>
              <a:buSzPts val="4200"/>
              <a:buNone/>
              <a:defRPr sz="4200">
                <a:solidFill>
                  <a:srgbClr val="191919"/>
                </a:solidFill>
              </a:defRPr>
            </a:lvl3pPr>
            <a:lvl4pPr lvl="3" algn="ctr">
              <a:spcBef>
                <a:spcPts val="0"/>
              </a:spcBef>
              <a:spcAft>
                <a:spcPts val="0"/>
              </a:spcAft>
              <a:buClr>
                <a:srgbClr val="191919"/>
              </a:buClr>
              <a:buSzPts val="4200"/>
              <a:buNone/>
              <a:defRPr sz="4200">
                <a:solidFill>
                  <a:srgbClr val="191919"/>
                </a:solidFill>
              </a:defRPr>
            </a:lvl4pPr>
            <a:lvl5pPr lvl="4" algn="ctr">
              <a:spcBef>
                <a:spcPts val="0"/>
              </a:spcBef>
              <a:spcAft>
                <a:spcPts val="0"/>
              </a:spcAft>
              <a:buClr>
                <a:srgbClr val="191919"/>
              </a:buClr>
              <a:buSzPts val="4200"/>
              <a:buNone/>
              <a:defRPr sz="4200">
                <a:solidFill>
                  <a:srgbClr val="191919"/>
                </a:solidFill>
              </a:defRPr>
            </a:lvl5pPr>
            <a:lvl6pPr lvl="5" algn="ctr">
              <a:spcBef>
                <a:spcPts val="0"/>
              </a:spcBef>
              <a:spcAft>
                <a:spcPts val="0"/>
              </a:spcAft>
              <a:buClr>
                <a:srgbClr val="191919"/>
              </a:buClr>
              <a:buSzPts val="4200"/>
              <a:buNone/>
              <a:defRPr sz="4200">
                <a:solidFill>
                  <a:srgbClr val="191919"/>
                </a:solidFill>
              </a:defRPr>
            </a:lvl6pPr>
            <a:lvl7pPr lvl="6" algn="ctr">
              <a:spcBef>
                <a:spcPts val="0"/>
              </a:spcBef>
              <a:spcAft>
                <a:spcPts val="0"/>
              </a:spcAft>
              <a:buClr>
                <a:srgbClr val="191919"/>
              </a:buClr>
              <a:buSzPts val="4200"/>
              <a:buNone/>
              <a:defRPr sz="4200">
                <a:solidFill>
                  <a:srgbClr val="191919"/>
                </a:solidFill>
              </a:defRPr>
            </a:lvl7pPr>
            <a:lvl8pPr lvl="7" algn="ctr">
              <a:spcBef>
                <a:spcPts val="0"/>
              </a:spcBef>
              <a:spcAft>
                <a:spcPts val="0"/>
              </a:spcAft>
              <a:buClr>
                <a:srgbClr val="191919"/>
              </a:buClr>
              <a:buSzPts val="4200"/>
              <a:buNone/>
              <a:defRPr sz="4200">
                <a:solidFill>
                  <a:srgbClr val="191919"/>
                </a:solidFill>
              </a:defRPr>
            </a:lvl8pPr>
            <a:lvl9pPr lvl="8" algn="ctr">
              <a:spcBef>
                <a:spcPts val="0"/>
              </a:spcBef>
              <a:spcAft>
                <a:spcPts val="0"/>
              </a:spcAft>
              <a:buClr>
                <a:srgbClr val="191919"/>
              </a:buClr>
              <a:buSzPts val="4200"/>
              <a:buNone/>
              <a:defRPr sz="4200">
                <a:solidFill>
                  <a:srgbClr val="191919"/>
                </a:solidFill>
              </a:defRPr>
            </a:lvl9pPr>
          </a:lstStyle>
          <a:p>
            <a:endParaRPr/>
          </a:p>
        </p:txBody>
      </p:sp>
      <p:sp>
        <p:nvSpPr>
          <p:cNvPr id="24" name="Google Shape;24;p2"/>
          <p:cNvSpPr txBox="1">
            <a:spLocks noGrp="1"/>
          </p:cNvSpPr>
          <p:nvPr>
            <p:ph type="subTitle" idx="1"/>
          </p:nvPr>
        </p:nvSpPr>
        <p:spPr>
          <a:xfrm>
            <a:off x="3330875" y="3495488"/>
            <a:ext cx="5099700" cy="4116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grpSp>
        <p:nvGrpSpPr>
          <p:cNvPr id="26" name="Google Shape;26;p3"/>
          <p:cNvGrpSpPr/>
          <p:nvPr/>
        </p:nvGrpSpPr>
        <p:grpSpPr>
          <a:xfrm>
            <a:off x="8430770" y="-92922"/>
            <a:ext cx="1249730" cy="4915922"/>
            <a:chOff x="8430770" y="-92922"/>
            <a:chExt cx="1249730" cy="4915922"/>
          </a:xfrm>
        </p:grpSpPr>
        <p:grpSp>
          <p:nvGrpSpPr>
            <p:cNvPr id="27" name="Google Shape;27;p3"/>
            <p:cNvGrpSpPr/>
            <p:nvPr/>
          </p:nvGrpSpPr>
          <p:grpSpPr>
            <a:xfrm rot="5400000">
              <a:off x="7604720" y="733128"/>
              <a:ext cx="2534850" cy="882750"/>
              <a:chOff x="-96030" y="3967928"/>
              <a:chExt cx="2534850" cy="882750"/>
            </a:xfrm>
          </p:grpSpPr>
          <p:sp>
            <p:nvSpPr>
              <p:cNvPr id="28" name="Google Shape;28;p3"/>
              <p:cNvSpPr/>
              <p:nvPr/>
            </p:nvSpPr>
            <p:spPr>
              <a:xfrm>
                <a:off x="-96030" y="3967928"/>
                <a:ext cx="2231728" cy="792270"/>
              </a:xfrm>
              <a:custGeom>
                <a:avLst/>
                <a:gdLst/>
                <a:ahLst/>
                <a:cxnLst/>
                <a:rect l="l" t="t" r="r" b="b"/>
                <a:pathLst>
                  <a:path w="12752" h="4527" fill="none" extrusionOk="0">
                    <a:moveTo>
                      <a:pt x="0" y="0"/>
                    </a:moveTo>
                    <a:lnTo>
                      <a:pt x="0" y="0"/>
                    </a:lnTo>
                    <a:cubicBezTo>
                      <a:pt x="10972" y="0"/>
                      <a:pt x="10972" y="0"/>
                      <a:pt x="10972" y="0"/>
                    </a:cubicBezTo>
                    <a:cubicBezTo>
                      <a:pt x="11576" y="0"/>
                      <a:pt x="12068" y="492"/>
                      <a:pt x="12068" y="1096"/>
                    </a:cubicBezTo>
                    <a:cubicBezTo>
                      <a:pt x="12068" y="1247"/>
                      <a:pt x="12068" y="1247"/>
                      <a:pt x="12068" y="1247"/>
                    </a:cubicBezTo>
                    <a:cubicBezTo>
                      <a:pt x="12068" y="1851"/>
                      <a:pt x="11576" y="2344"/>
                      <a:pt x="10972" y="2344"/>
                    </a:cubicBezTo>
                    <a:cubicBezTo>
                      <a:pt x="2845" y="2344"/>
                      <a:pt x="2845" y="2344"/>
                      <a:pt x="2845" y="2344"/>
                    </a:cubicBezTo>
                    <a:cubicBezTo>
                      <a:pt x="2241" y="2344"/>
                      <a:pt x="1748" y="2827"/>
                      <a:pt x="1748" y="3431"/>
                    </a:cubicBezTo>
                    <a:lnTo>
                      <a:pt x="1748" y="3431"/>
                    </a:lnTo>
                    <a:cubicBezTo>
                      <a:pt x="1748" y="4043"/>
                      <a:pt x="2241" y="4527"/>
                      <a:pt x="2845" y="4527"/>
                    </a:cubicBezTo>
                    <a:cubicBezTo>
                      <a:pt x="12752" y="4527"/>
                      <a:pt x="12752" y="4527"/>
                      <a:pt x="12752" y="4527"/>
                    </a:cubicBezTo>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 name="Google Shape;29;p3"/>
              <p:cNvSpPr/>
              <p:nvPr/>
            </p:nvSpPr>
            <p:spPr>
              <a:xfrm>
                <a:off x="2135702" y="4682493"/>
                <a:ext cx="190411" cy="157159"/>
              </a:xfrm>
              <a:custGeom>
                <a:avLst/>
                <a:gdLst/>
                <a:ahLst/>
                <a:cxnLst/>
                <a:rect l="l" t="t" r="r" b="b"/>
                <a:pathLst>
                  <a:path w="1088" h="898" extrusionOk="0">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 name="Google Shape;30;p3"/>
              <p:cNvSpPr/>
              <p:nvPr/>
            </p:nvSpPr>
            <p:spPr>
              <a:xfrm>
                <a:off x="2326113" y="4668492"/>
                <a:ext cx="29227" cy="182185"/>
              </a:xfrm>
              <a:custGeom>
                <a:avLst/>
                <a:gdLst/>
                <a:ahLst/>
                <a:cxnLst/>
                <a:rect l="l" t="t" r="r" b="b"/>
                <a:pathLst>
                  <a:path w="167" h="1041" extrusionOk="0">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 name="Google Shape;31;p3"/>
              <p:cNvSpPr/>
              <p:nvPr/>
            </p:nvSpPr>
            <p:spPr>
              <a:xfrm>
                <a:off x="2355340" y="4783999"/>
                <a:ext cx="83480" cy="25026"/>
              </a:xfrm>
              <a:custGeom>
                <a:avLst/>
                <a:gdLst/>
                <a:ahLst/>
                <a:cxnLst/>
                <a:rect l="l" t="t" r="r" b="b"/>
                <a:pathLst>
                  <a:path w="477" h="143" extrusionOk="0">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w="9525" cap="rnd" cmpd="sng">
                <a:solidFill>
                  <a:schemeClr val="dk1"/>
                </a:solidFill>
                <a:prstDash val="solid"/>
                <a:round/>
                <a:headEnd type="none" w="sm" len="sm"/>
                <a:tailEnd type="none" w="sm" len="sm"/>
              </a:ln>
            </p:spPr>
            <p:txBody>
              <a:bodyPr spcFirstLastPara="1" wrap="square" lIns="95750" tIns="700" rIns="95750" bIns="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 name="Google Shape;32;p3"/>
              <p:cNvSpPr/>
              <p:nvPr/>
            </p:nvSpPr>
            <p:spPr>
              <a:xfrm>
                <a:off x="2355340" y="4710145"/>
                <a:ext cx="83480" cy="25201"/>
              </a:xfrm>
              <a:custGeom>
                <a:avLst/>
                <a:gdLst/>
                <a:ahLst/>
                <a:cxnLst/>
                <a:rect l="l" t="t" r="r" b="b"/>
                <a:pathLst>
                  <a:path w="477" h="144" extrusionOk="0">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w="9525" cap="rnd" cmpd="sng">
                <a:solidFill>
                  <a:schemeClr val="dk1"/>
                </a:solidFill>
                <a:prstDash val="solid"/>
                <a:round/>
                <a:headEnd type="none" w="sm" len="sm"/>
                <a:tailEnd type="none" w="sm" len="sm"/>
              </a:ln>
            </p:spPr>
            <p:txBody>
              <a:bodyPr spcFirstLastPara="1" wrap="square" lIns="95750" tIns="1075" rIns="95750" bIns="1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33" name="Google Shape;33;p3"/>
            <p:cNvSpPr/>
            <p:nvPr/>
          </p:nvSpPr>
          <p:spPr>
            <a:xfrm>
              <a:off x="8503900" y="4538600"/>
              <a:ext cx="1176600" cy="284400"/>
            </a:xfrm>
            <a:prstGeom prst="roundRect">
              <a:avLst>
                <a:gd name="adj" fmla="val 50000"/>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grpSp>
      <p:grpSp>
        <p:nvGrpSpPr>
          <p:cNvPr id="34" name="Google Shape;34;p3"/>
          <p:cNvGrpSpPr/>
          <p:nvPr/>
        </p:nvGrpSpPr>
        <p:grpSpPr>
          <a:xfrm>
            <a:off x="-604775" y="-1683500"/>
            <a:ext cx="11430900" cy="5952825"/>
            <a:chOff x="-604775" y="-1683500"/>
            <a:chExt cx="11430900" cy="5952825"/>
          </a:xfrm>
        </p:grpSpPr>
        <p:sp>
          <p:nvSpPr>
            <p:cNvPr id="35" name="Google Shape;35;p3"/>
            <p:cNvSpPr/>
            <p:nvPr/>
          </p:nvSpPr>
          <p:spPr>
            <a:xfrm>
              <a:off x="-604775" y="-1683500"/>
              <a:ext cx="2223000" cy="2223000"/>
            </a:xfrm>
            <a:prstGeom prst="ellipse">
              <a:avLst/>
            </a:prstGeom>
            <a:solidFill>
              <a:srgbClr val="A15315">
                <a:alpha val="164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sp>
          <p:nvSpPr>
            <p:cNvPr id="36" name="Google Shape;36;p3"/>
            <p:cNvSpPr/>
            <p:nvPr/>
          </p:nvSpPr>
          <p:spPr>
            <a:xfrm>
              <a:off x="8603125" y="2046325"/>
              <a:ext cx="2223000" cy="2223000"/>
            </a:xfrm>
            <a:prstGeom prst="ellipse">
              <a:avLst/>
            </a:prstGeom>
            <a:solidFill>
              <a:srgbClr val="A15315">
                <a:alpha val="164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grpSp>
      <p:sp>
        <p:nvSpPr>
          <p:cNvPr id="37" name="Google Shape;37;p3"/>
          <p:cNvSpPr txBox="1">
            <a:spLocks noGrp="1"/>
          </p:cNvSpPr>
          <p:nvPr>
            <p:ph type="title"/>
          </p:nvPr>
        </p:nvSpPr>
        <p:spPr>
          <a:xfrm>
            <a:off x="713225" y="2518401"/>
            <a:ext cx="5443800" cy="1674000"/>
          </a:xfrm>
          <a:prstGeom prst="rect">
            <a:avLst/>
          </a:prstGeom>
        </p:spPr>
        <p:txBody>
          <a:bodyPr spcFirstLastPara="1" wrap="square" lIns="91425" tIns="91425" rIns="91425" bIns="91425" anchor="b" anchorCtr="0">
            <a:noAutofit/>
          </a:bodyPr>
          <a:lstStyle>
            <a:lvl1pPr lvl="0" algn="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38" name="Google Shape;38;p3"/>
          <p:cNvSpPr txBox="1">
            <a:spLocks noGrp="1"/>
          </p:cNvSpPr>
          <p:nvPr>
            <p:ph type="title" idx="2" hasCustomPrompt="1"/>
          </p:nvPr>
        </p:nvSpPr>
        <p:spPr>
          <a:xfrm>
            <a:off x="4974125" y="1282692"/>
            <a:ext cx="1182900" cy="1235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5000"/>
              <a:buNone/>
              <a:defRPr sz="5000" b="0">
                <a:solidFill>
                  <a:schemeClr val="lt1"/>
                </a:solidFill>
              </a:defRPr>
            </a:lvl1pPr>
            <a:lvl2pPr lvl="1" algn="ctr" rtl="0">
              <a:spcBef>
                <a:spcPts val="0"/>
              </a:spcBef>
              <a:spcAft>
                <a:spcPts val="0"/>
              </a:spcAft>
              <a:buClr>
                <a:schemeClr val="lt1"/>
              </a:buClr>
              <a:buSzPts val="5000"/>
              <a:buNone/>
              <a:defRPr sz="5000">
                <a:solidFill>
                  <a:schemeClr val="lt1"/>
                </a:solidFill>
              </a:defRPr>
            </a:lvl2pPr>
            <a:lvl3pPr lvl="2" algn="ctr" rtl="0">
              <a:spcBef>
                <a:spcPts val="0"/>
              </a:spcBef>
              <a:spcAft>
                <a:spcPts val="0"/>
              </a:spcAft>
              <a:buClr>
                <a:schemeClr val="lt1"/>
              </a:buClr>
              <a:buSzPts val="5000"/>
              <a:buNone/>
              <a:defRPr sz="5000">
                <a:solidFill>
                  <a:schemeClr val="lt1"/>
                </a:solidFill>
              </a:defRPr>
            </a:lvl3pPr>
            <a:lvl4pPr lvl="3" algn="ctr" rtl="0">
              <a:spcBef>
                <a:spcPts val="0"/>
              </a:spcBef>
              <a:spcAft>
                <a:spcPts val="0"/>
              </a:spcAft>
              <a:buClr>
                <a:schemeClr val="lt1"/>
              </a:buClr>
              <a:buSzPts val="5000"/>
              <a:buNone/>
              <a:defRPr sz="5000">
                <a:solidFill>
                  <a:schemeClr val="lt1"/>
                </a:solidFill>
              </a:defRPr>
            </a:lvl4pPr>
            <a:lvl5pPr lvl="4" algn="ctr" rtl="0">
              <a:spcBef>
                <a:spcPts val="0"/>
              </a:spcBef>
              <a:spcAft>
                <a:spcPts val="0"/>
              </a:spcAft>
              <a:buClr>
                <a:schemeClr val="lt1"/>
              </a:buClr>
              <a:buSzPts val="5000"/>
              <a:buNone/>
              <a:defRPr sz="5000">
                <a:solidFill>
                  <a:schemeClr val="lt1"/>
                </a:solidFill>
              </a:defRPr>
            </a:lvl5pPr>
            <a:lvl6pPr lvl="5" algn="ctr" rtl="0">
              <a:spcBef>
                <a:spcPts val="0"/>
              </a:spcBef>
              <a:spcAft>
                <a:spcPts val="0"/>
              </a:spcAft>
              <a:buClr>
                <a:schemeClr val="lt1"/>
              </a:buClr>
              <a:buSzPts val="5000"/>
              <a:buNone/>
              <a:defRPr sz="5000">
                <a:solidFill>
                  <a:schemeClr val="lt1"/>
                </a:solidFill>
              </a:defRPr>
            </a:lvl6pPr>
            <a:lvl7pPr lvl="6" algn="ctr" rtl="0">
              <a:spcBef>
                <a:spcPts val="0"/>
              </a:spcBef>
              <a:spcAft>
                <a:spcPts val="0"/>
              </a:spcAft>
              <a:buClr>
                <a:schemeClr val="lt1"/>
              </a:buClr>
              <a:buSzPts val="5000"/>
              <a:buNone/>
              <a:defRPr sz="5000">
                <a:solidFill>
                  <a:schemeClr val="lt1"/>
                </a:solidFill>
              </a:defRPr>
            </a:lvl7pPr>
            <a:lvl8pPr lvl="7" algn="ctr" rtl="0">
              <a:spcBef>
                <a:spcPts val="0"/>
              </a:spcBef>
              <a:spcAft>
                <a:spcPts val="0"/>
              </a:spcAft>
              <a:buClr>
                <a:schemeClr val="lt1"/>
              </a:buClr>
              <a:buSzPts val="5000"/>
              <a:buNone/>
              <a:defRPr sz="5000">
                <a:solidFill>
                  <a:schemeClr val="lt1"/>
                </a:solidFill>
              </a:defRPr>
            </a:lvl8pPr>
            <a:lvl9pPr lvl="8" algn="ctr" rtl="0">
              <a:spcBef>
                <a:spcPts val="0"/>
              </a:spcBef>
              <a:spcAft>
                <a:spcPts val="0"/>
              </a:spcAft>
              <a:buClr>
                <a:schemeClr val="lt1"/>
              </a:buClr>
              <a:buSzPts val="5000"/>
              <a:buNone/>
              <a:defRPr sz="5000">
                <a:solidFill>
                  <a:schemeClr val="lt1"/>
                </a:solidFill>
              </a:defRPr>
            </a:lvl9pPr>
          </a:lstStyle>
          <a:p>
            <a:r>
              <a:t>xx%</a:t>
            </a:r>
          </a:p>
        </p:txBody>
      </p:sp>
      <p:sp>
        <p:nvSpPr>
          <p:cNvPr id="39" name="Google Shape;39;p3"/>
          <p:cNvSpPr txBox="1">
            <a:spLocks noGrp="1"/>
          </p:cNvSpPr>
          <p:nvPr>
            <p:ph type="subTitle" idx="1"/>
          </p:nvPr>
        </p:nvSpPr>
        <p:spPr>
          <a:xfrm>
            <a:off x="713225" y="4192392"/>
            <a:ext cx="5443800" cy="4116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0"/>
        <p:cNvGrpSpPr/>
        <p:nvPr/>
      </p:nvGrpSpPr>
      <p:grpSpPr>
        <a:xfrm>
          <a:off x="0" y="0"/>
          <a:ext cx="0" cy="0"/>
          <a:chOff x="0" y="0"/>
          <a:chExt cx="0" cy="0"/>
        </a:xfrm>
      </p:grpSpPr>
      <p:sp>
        <p:nvSpPr>
          <p:cNvPr id="91" name="Google Shape;91;p7"/>
          <p:cNvSpPr/>
          <p:nvPr/>
        </p:nvSpPr>
        <p:spPr>
          <a:xfrm>
            <a:off x="6441150" y="4931800"/>
            <a:ext cx="2223000" cy="2223000"/>
          </a:xfrm>
          <a:prstGeom prst="ellipse">
            <a:avLst/>
          </a:prstGeom>
          <a:solidFill>
            <a:srgbClr val="A15315">
              <a:alpha val="164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grpSp>
        <p:nvGrpSpPr>
          <p:cNvPr id="92" name="Google Shape;92;p7"/>
          <p:cNvGrpSpPr/>
          <p:nvPr/>
        </p:nvGrpSpPr>
        <p:grpSpPr>
          <a:xfrm>
            <a:off x="-123013" y="147910"/>
            <a:ext cx="6768198" cy="5009100"/>
            <a:chOff x="-123013" y="147910"/>
            <a:chExt cx="6768198" cy="5009100"/>
          </a:xfrm>
        </p:grpSpPr>
        <p:sp>
          <p:nvSpPr>
            <p:cNvPr id="93" name="Google Shape;93;p7"/>
            <p:cNvSpPr/>
            <p:nvPr/>
          </p:nvSpPr>
          <p:spPr>
            <a:xfrm rot="10800000" flipH="1">
              <a:off x="-123013" y="147910"/>
              <a:ext cx="1176600" cy="284400"/>
            </a:xfrm>
            <a:prstGeom prst="roundRect">
              <a:avLst>
                <a:gd name="adj" fmla="val 50000"/>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sp>
          <p:nvSpPr>
            <p:cNvPr id="94" name="Google Shape;94;p7"/>
            <p:cNvSpPr/>
            <p:nvPr/>
          </p:nvSpPr>
          <p:spPr>
            <a:xfrm>
              <a:off x="6342067" y="213016"/>
              <a:ext cx="190411" cy="157159"/>
            </a:xfrm>
            <a:custGeom>
              <a:avLst/>
              <a:gdLst/>
              <a:ahLst/>
              <a:cxnLst/>
              <a:rect l="l" t="t" r="r" b="b"/>
              <a:pathLst>
                <a:path w="1088" h="898" extrusionOk="0">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 name="Google Shape;95;p7"/>
            <p:cNvSpPr/>
            <p:nvPr/>
          </p:nvSpPr>
          <p:spPr>
            <a:xfrm>
              <a:off x="6532479" y="199015"/>
              <a:ext cx="29227" cy="182185"/>
            </a:xfrm>
            <a:custGeom>
              <a:avLst/>
              <a:gdLst/>
              <a:ahLst/>
              <a:cxnLst/>
              <a:rect l="l" t="t" r="r" b="b"/>
              <a:pathLst>
                <a:path w="167" h="1041" extrusionOk="0">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6" name="Google Shape;96;p7"/>
            <p:cNvSpPr/>
            <p:nvPr/>
          </p:nvSpPr>
          <p:spPr>
            <a:xfrm>
              <a:off x="6561705" y="314522"/>
              <a:ext cx="83480" cy="25026"/>
            </a:xfrm>
            <a:custGeom>
              <a:avLst/>
              <a:gdLst/>
              <a:ahLst/>
              <a:cxnLst/>
              <a:rect l="l" t="t" r="r" b="b"/>
              <a:pathLst>
                <a:path w="477" h="143" extrusionOk="0">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w="9525" cap="rnd" cmpd="sng">
              <a:solidFill>
                <a:schemeClr val="dk1"/>
              </a:solidFill>
              <a:prstDash val="solid"/>
              <a:round/>
              <a:headEnd type="none" w="sm" len="sm"/>
              <a:tailEnd type="none" w="sm" len="sm"/>
            </a:ln>
          </p:spPr>
          <p:txBody>
            <a:bodyPr spcFirstLastPara="1" wrap="square" lIns="95750" tIns="700" rIns="95750" bIns="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7" name="Google Shape;97;p7"/>
            <p:cNvSpPr/>
            <p:nvPr/>
          </p:nvSpPr>
          <p:spPr>
            <a:xfrm>
              <a:off x="6561705" y="240668"/>
              <a:ext cx="83480" cy="25201"/>
            </a:xfrm>
            <a:custGeom>
              <a:avLst/>
              <a:gdLst/>
              <a:ahLst/>
              <a:cxnLst/>
              <a:rect l="l" t="t" r="r" b="b"/>
              <a:pathLst>
                <a:path w="477" h="144" extrusionOk="0">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w="9525" cap="rnd" cmpd="sng">
              <a:solidFill>
                <a:schemeClr val="dk1"/>
              </a:solidFill>
              <a:prstDash val="solid"/>
              <a:round/>
              <a:headEnd type="none" w="sm" len="sm"/>
              <a:tailEnd type="none" w="sm" len="sm"/>
            </a:ln>
          </p:spPr>
          <p:txBody>
            <a:bodyPr spcFirstLastPara="1" wrap="square" lIns="95750" tIns="1075" rIns="95750" bIns="1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cxnSp>
          <p:nvCxnSpPr>
            <p:cNvPr id="98" name="Google Shape;98;p7"/>
            <p:cNvCxnSpPr>
              <a:endCxn id="93" idx="3"/>
            </p:cNvCxnSpPr>
            <p:nvPr/>
          </p:nvCxnSpPr>
          <p:spPr>
            <a:xfrm rot="10800000">
              <a:off x="1053587" y="290110"/>
              <a:ext cx="5285100" cy="0"/>
            </a:xfrm>
            <a:prstGeom prst="straightConnector1">
              <a:avLst/>
            </a:prstGeom>
            <a:noFill/>
            <a:ln w="9525" cap="flat" cmpd="sng">
              <a:solidFill>
                <a:schemeClr val="dk1"/>
              </a:solidFill>
              <a:prstDash val="solid"/>
              <a:round/>
              <a:headEnd type="none" w="med" len="med"/>
              <a:tailEnd type="none" w="med" len="med"/>
            </a:ln>
          </p:spPr>
        </p:cxnSp>
        <p:cxnSp>
          <p:nvCxnSpPr>
            <p:cNvPr id="99" name="Google Shape;99;p7"/>
            <p:cNvCxnSpPr>
              <a:endCxn id="93" idx="0"/>
            </p:cNvCxnSpPr>
            <p:nvPr/>
          </p:nvCxnSpPr>
          <p:spPr>
            <a:xfrm rot="10800000">
              <a:off x="465287" y="432310"/>
              <a:ext cx="0" cy="4724700"/>
            </a:xfrm>
            <a:prstGeom prst="straightConnector1">
              <a:avLst/>
            </a:prstGeom>
            <a:noFill/>
            <a:ln w="9525" cap="flat" cmpd="sng">
              <a:solidFill>
                <a:schemeClr val="dk1"/>
              </a:solidFill>
              <a:prstDash val="solid"/>
              <a:round/>
              <a:headEnd type="none" w="med" len="med"/>
              <a:tailEnd type="none" w="med" len="med"/>
            </a:ln>
          </p:spPr>
        </p:cxnSp>
      </p:grpSp>
      <p:sp>
        <p:nvSpPr>
          <p:cNvPr id="100" name="Google Shape;100;p7"/>
          <p:cNvSpPr>
            <a:spLocks noGrp="1"/>
          </p:cNvSpPr>
          <p:nvPr>
            <p:ph type="pic" idx="2"/>
          </p:nvPr>
        </p:nvSpPr>
        <p:spPr>
          <a:xfrm>
            <a:off x="713225" y="1353275"/>
            <a:ext cx="3666300" cy="3250800"/>
          </a:xfrm>
          <a:prstGeom prst="rect">
            <a:avLst/>
          </a:prstGeom>
          <a:noFill/>
          <a:ln w="9525" cap="flat" cmpd="sng">
            <a:solidFill>
              <a:schemeClr val="dk1"/>
            </a:solidFill>
            <a:prstDash val="dash"/>
            <a:round/>
            <a:headEnd type="none" w="sm" len="sm"/>
            <a:tailEnd type="none" w="sm" len="sm"/>
          </a:ln>
        </p:spPr>
      </p:sp>
      <p:sp>
        <p:nvSpPr>
          <p:cNvPr id="101" name="Google Shape;101;p7"/>
          <p:cNvSpPr txBox="1">
            <a:spLocks noGrp="1"/>
          </p:cNvSpPr>
          <p:nvPr>
            <p:ph type="title"/>
          </p:nvPr>
        </p:nvSpPr>
        <p:spPr>
          <a:xfrm>
            <a:off x="713225" y="539500"/>
            <a:ext cx="77172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2" name="Google Shape;102;p7"/>
          <p:cNvSpPr txBox="1">
            <a:spLocks noGrp="1"/>
          </p:cNvSpPr>
          <p:nvPr>
            <p:ph type="subTitle" idx="1"/>
          </p:nvPr>
        </p:nvSpPr>
        <p:spPr>
          <a:xfrm>
            <a:off x="4517000" y="1353275"/>
            <a:ext cx="3913500" cy="3250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Char char="☐"/>
              <a:defRPr/>
            </a:lvl1pPr>
            <a:lvl2pPr lvl="1" algn="ctr" rtl="0">
              <a:lnSpc>
                <a:spcPct val="115000"/>
              </a:lnSpc>
              <a:spcBef>
                <a:spcPts val="0"/>
              </a:spcBef>
              <a:spcAft>
                <a:spcPts val="0"/>
              </a:spcAft>
              <a:buClr>
                <a:srgbClr val="E76A28"/>
              </a:buClr>
              <a:buSzPts val="1600"/>
              <a:buFont typeface="Nunito Light"/>
              <a:buChar char="○"/>
              <a:defRPr/>
            </a:lvl2pPr>
            <a:lvl3pPr lvl="2" algn="ctr" rtl="0">
              <a:lnSpc>
                <a:spcPct val="115000"/>
              </a:lnSpc>
              <a:spcBef>
                <a:spcPts val="0"/>
              </a:spcBef>
              <a:spcAft>
                <a:spcPts val="0"/>
              </a:spcAft>
              <a:buClr>
                <a:srgbClr val="E76A28"/>
              </a:buClr>
              <a:buSzPts val="1500"/>
              <a:buFont typeface="Nunito Light"/>
              <a:buChar char="■"/>
              <a:defRPr/>
            </a:lvl3pPr>
            <a:lvl4pPr lvl="3" algn="ctr" rtl="0">
              <a:lnSpc>
                <a:spcPct val="115000"/>
              </a:lnSpc>
              <a:spcBef>
                <a:spcPts val="0"/>
              </a:spcBef>
              <a:spcAft>
                <a:spcPts val="0"/>
              </a:spcAft>
              <a:buClr>
                <a:srgbClr val="E76A28"/>
              </a:buClr>
              <a:buSzPts val="1500"/>
              <a:buFont typeface="Nunito Light"/>
              <a:buChar char="●"/>
              <a:defRPr/>
            </a:lvl4pPr>
            <a:lvl5pPr lvl="4" algn="ctr" rtl="0">
              <a:lnSpc>
                <a:spcPct val="115000"/>
              </a:lnSpc>
              <a:spcBef>
                <a:spcPts val="0"/>
              </a:spcBef>
              <a:spcAft>
                <a:spcPts val="0"/>
              </a:spcAft>
              <a:buClr>
                <a:srgbClr val="E76A28"/>
              </a:buClr>
              <a:buSzPts val="1400"/>
              <a:buFont typeface="Nunito Light"/>
              <a:buChar char="○"/>
              <a:defRPr/>
            </a:lvl5pPr>
            <a:lvl6pPr lvl="5" algn="ctr" rtl="0">
              <a:lnSpc>
                <a:spcPct val="115000"/>
              </a:lnSpc>
              <a:spcBef>
                <a:spcPts val="0"/>
              </a:spcBef>
              <a:spcAft>
                <a:spcPts val="0"/>
              </a:spcAft>
              <a:buClr>
                <a:srgbClr val="999999"/>
              </a:buClr>
              <a:buSzPts val="1400"/>
              <a:buFont typeface="Nunito Light"/>
              <a:buChar char="■"/>
              <a:defRPr/>
            </a:lvl6pPr>
            <a:lvl7pPr lvl="6" algn="ctr" rtl="0">
              <a:lnSpc>
                <a:spcPct val="115000"/>
              </a:lnSpc>
              <a:spcBef>
                <a:spcPts val="0"/>
              </a:spcBef>
              <a:spcAft>
                <a:spcPts val="0"/>
              </a:spcAft>
              <a:buClr>
                <a:srgbClr val="999999"/>
              </a:buClr>
              <a:buSzPts val="1300"/>
              <a:buFont typeface="Nunito Light"/>
              <a:buChar char="●"/>
              <a:defRPr/>
            </a:lvl7pPr>
            <a:lvl8pPr lvl="7" algn="ctr" rtl="0">
              <a:lnSpc>
                <a:spcPct val="115000"/>
              </a:lnSpc>
              <a:spcBef>
                <a:spcPts val="0"/>
              </a:spcBef>
              <a:spcAft>
                <a:spcPts val="0"/>
              </a:spcAft>
              <a:buClr>
                <a:srgbClr val="999999"/>
              </a:buClr>
              <a:buSzPts val="1300"/>
              <a:buFont typeface="Nunito Light"/>
              <a:buChar char="○"/>
              <a:defRPr/>
            </a:lvl8pPr>
            <a:lvl9pPr lvl="8" algn="ctr" rtl="0">
              <a:lnSpc>
                <a:spcPct val="115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1"/>
        <p:cNvGrpSpPr/>
        <p:nvPr/>
      </p:nvGrpSpPr>
      <p:grpSpPr>
        <a:xfrm>
          <a:off x="0" y="0"/>
          <a:ext cx="0" cy="0"/>
          <a:chOff x="0" y="0"/>
          <a:chExt cx="0" cy="0"/>
        </a:xfrm>
      </p:grpSpPr>
      <p:grpSp>
        <p:nvGrpSpPr>
          <p:cNvPr id="112" name="Google Shape;112;p9"/>
          <p:cNvGrpSpPr/>
          <p:nvPr/>
        </p:nvGrpSpPr>
        <p:grpSpPr>
          <a:xfrm>
            <a:off x="6046787" y="-152"/>
            <a:ext cx="3349223" cy="4974600"/>
            <a:chOff x="6046787" y="-152"/>
            <a:chExt cx="3349223" cy="4974600"/>
          </a:xfrm>
        </p:grpSpPr>
        <p:sp>
          <p:nvSpPr>
            <p:cNvPr id="113" name="Google Shape;113;p9"/>
            <p:cNvSpPr/>
            <p:nvPr/>
          </p:nvSpPr>
          <p:spPr>
            <a:xfrm flipH="1">
              <a:off x="8219410" y="4690048"/>
              <a:ext cx="1176600" cy="284400"/>
            </a:xfrm>
            <a:prstGeom prst="roundRect">
              <a:avLst>
                <a:gd name="adj" fmla="val 50000"/>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sp>
          <p:nvSpPr>
            <p:cNvPr id="114" name="Google Shape;114;p9"/>
            <p:cNvSpPr/>
            <p:nvPr/>
          </p:nvSpPr>
          <p:spPr>
            <a:xfrm rot="10800000">
              <a:off x="6159494" y="4752183"/>
              <a:ext cx="190411" cy="157159"/>
            </a:xfrm>
            <a:custGeom>
              <a:avLst/>
              <a:gdLst/>
              <a:ahLst/>
              <a:cxnLst/>
              <a:rect l="l" t="t" r="r" b="b"/>
              <a:pathLst>
                <a:path w="1088" h="898" extrusionOk="0">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5" name="Google Shape;115;p9"/>
            <p:cNvSpPr/>
            <p:nvPr/>
          </p:nvSpPr>
          <p:spPr>
            <a:xfrm rot="10800000">
              <a:off x="6130267" y="4741158"/>
              <a:ext cx="29227" cy="182185"/>
            </a:xfrm>
            <a:custGeom>
              <a:avLst/>
              <a:gdLst/>
              <a:ahLst/>
              <a:cxnLst/>
              <a:rect l="l" t="t" r="r" b="b"/>
              <a:pathLst>
                <a:path w="167" h="1041" extrusionOk="0">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6" name="Google Shape;116;p9"/>
            <p:cNvSpPr/>
            <p:nvPr/>
          </p:nvSpPr>
          <p:spPr>
            <a:xfrm rot="10800000">
              <a:off x="6046787" y="4782810"/>
              <a:ext cx="83480" cy="25026"/>
            </a:xfrm>
            <a:custGeom>
              <a:avLst/>
              <a:gdLst/>
              <a:ahLst/>
              <a:cxnLst/>
              <a:rect l="l" t="t" r="r" b="b"/>
              <a:pathLst>
                <a:path w="477" h="143" extrusionOk="0">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w="9525" cap="rnd" cmpd="sng">
              <a:solidFill>
                <a:schemeClr val="dk1"/>
              </a:solidFill>
              <a:prstDash val="solid"/>
              <a:round/>
              <a:headEnd type="none" w="sm" len="sm"/>
              <a:tailEnd type="none" w="sm" len="sm"/>
            </a:ln>
          </p:spPr>
          <p:txBody>
            <a:bodyPr spcFirstLastPara="1" wrap="square" lIns="95750" tIns="700" rIns="95750" bIns="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 name="Google Shape;117;p9"/>
            <p:cNvSpPr/>
            <p:nvPr/>
          </p:nvSpPr>
          <p:spPr>
            <a:xfrm rot="10800000">
              <a:off x="6046787" y="4856489"/>
              <a:ext cx="83480" cy="25201"/>
            </a:xfrm>
            <a:custGeom>
              <a:avLst/>
              <a:gdLst/>
              <a:ahLst/>
              <a:cxnLst/>
              <a:rect l="l" t="t" r="r" b="b"/>
              <a:pathLst>
                <a:path w="477" h="144" extrusionOk="0">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w="9525" cap="rnd" cmpd="sng">
              <a:solidFill>
                <a:schemeClr val="dk1"/>
              </a:solidFill>
              <a:prstDash val="solid"/>
              <a:round/>
              <a:headEnd type="none" w="sm" len="sm"/>
              <a:tailEnd type="none" w="sm" len="sm"/>
            </a:ln>
          </p:spPr>
          <p:txBody>
            <a:bodyPr spcFirstLastPara="1" wrap="square" lIns="95750" tIns="1075" rIns="95750" bIns="1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cxnSp>
          <p:nvCxnSpPr>
            <p:cNvPr id="118" name="Google Shape;118;p9"/>
            <p:cNvCxnSpPr>
              <a:endCxn id="113" idx="3"/>
            </p:cNvCxnSpPr>
            <p:nvPr/>
          </p:nvCxnSpPr>
          <p:spPr>
            <a:xfrm>
              <a:off x="6350110" y="4832248"/>
              <a:ext cx="1869300" cy="0"/>
            </a:xfrm>
            <a:prstGeom prst="straightConnector1">
              <a:avLst/>
            </a:prstGeom>
            <a:noFill/>
            <a:ln w="9525" cap="flat" cmpd="sng">
              <a:solidFill>
                <a:schemeClr val="dk1"/>
              </a:solidFill>
              <a:prstDash val="solid"/>
              <a:round/>
              <a:headEnd type="none" w="med" len="med"/>
              <a:tailEnd type="none" w="med" len="med"/>
            </a:ln>
          </p:spPr>
        </p:cxnSp>
        <p:cxnSp>
          <p:nvCxnSpPr>
            <p:cNvPr id="119" name="Google Shape;119;p9"/>
            <p:cNvCxnSpPr>
              <a:endCxn id="113" idx="0"/>
            </p:cNvCxnSpPr>
            <p:nvPr/>
          </p:nvCxnSpPr>
          <p:spPr>
            <a:xfrm>
              <a:off x="8807710" y="-152"/>
              <a:ext cx="0" cy="4690200"/>
            </a:xfrm>
            <a:prstGeom prst="straightConnector1">
              <a:avLst/>
            </a:prstGeom>
            <a:noFill/>
            <a:ln w="9525" cap="flat" cmpd="sng">
              <a:solidFill>
                <a:schemeClr val="dk1"/>
              </a:solidFill>
              <a:prstDash val="solid"/>
              <a:round/>
              <a:headEnd type="none" w="med" len="med"/>
              <a:tailEnd type="none" w="med" len="med"/>
            </a:ln>
          </p:spPr>
        </p:cxnSp>
      </p:grpSp>
      <p:grpSp>
        <p:nvGrpSpPr>
          <p:cNvPr id="120" name="Google Shape;120;p9"/>
          <p:cNvGrpSpPr/>
          <p:nvPr/>
        </p:nvGrpSpPr>
        <p:grpSpPr>
          <a:xfrm>
            <a:off x="-1051325" y="-1909250"/>
            <a:ext cx="9331575" cy="8923100"/>
            <a:chOff x="-1051325" y="-1909250"/>
            <a:chExt cx="9331575" cy="8923100"/>
          </a:xfrm>
        </p:grpSpPr>
        <p:sp>
          <p:nvSpPr>
            <p:cNvPr id="121" name="Google Shape;121;p9"/>
            <p:cNvSpPr/>
            <p:nvPr/>
          </p:nvSpPr>
          <p:spPr>
            <a:xfrm>
              <a:off x="6057250" y="-1909250"/>
              <a:ext cx="2223000" cy="2223000"/>
            </a:xfrm>
            <a:prstGeom prst="ellipse">
              <a:avLst/>
            </a:prstGeom>
            <a:solidFill>
              <a:srgbClr val="A15315">
                <a:alpha val="164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sp>
          <p:nvSpPr>
            <p:cNvPr id="122" name="Google Shape;122;p9"/>
            <p:cNvSpPr/>
            <p:nvPr/>
          </p:nvSpPr>
          <p:spPr>
            <a:xfrm>
              <a:off x="-1051325" y="4790850"/>
              <a:ext cx="2223000" cy="2223000"/>
            </a:xfrm>
            <a:prstGeom prst="ellipse">
              <a:avLst/>
            </a:prstGeom>
            <a:solidFill>
              <a:srgbClr val="A15315">
                <a:alpha val="164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grpSp>
      <p:sp>
        <p:nvSpPr>
          <p:cNvPr id="123" name="Google Shape;123;p9"/>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4" name="Google Shape;124;p9"/>
          <p:cNvSpPr txBox="1">
            <a:spLocks noGrp="1"/>
          </p:cNvSpPr>
          <p:nvPr>
            <p:ph type="subTitle" idx="1"/>
          </p:nvPr>
        </p:nvSpPr>
        <p:spPr>
          <a:xfrm>
            <a:off x="726775" y="3014000"/>
            <a:ext cx="7704000" cy="1590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25" name="Google Shape;125;p9"/>
          <p:cNvSpPr txBox="1">
            <a:spLocks noGrp="1"/>
          </p:cNvSpPr>
          <p:nvPr>
            <p:ph type="subTitle" idx="2"/>
          </p:nvPr>
        </p:nvSpPr>
        <p:spPr>
          <a:xfrm>
            <a:off x="726775" y="1337950"/>
            <a:ext cx="7704000" cy="1590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9"/>
        <p:cNvGrpSpPr/>
        <p:nvPr/>
      </p:nvGrpSpPr>
      <p:grpSpPr>
        <a:xfrm>
          <a:off x="0" y="0"/>
          <a:ext cx="0" cy="0"/>
          <a:chOff x="0" y="0"/>
          <a:chExt cx="0" cy="0"/>
        </a:xfrm>
      </p:grpSpPr>
      <p:grpSp>
        <p:nvGrpSpPr>
          <p:cNvPr id="130" name="Google Shape;130;p11"/>
          <p:cNvGrpSpPr/>
          <p:nvPr/>
        </p:nvGrpSpPr>
        <p:grpSpPr>
          <a:xfrm>
            <a:off x="-1226550" y="-1683500"/>
            <a:ext cx="11545200" cy="8352175"/>
            <a:chOff x="-1378950" y="-1835900"/>
            <a:chExt cx="11545200" cy="8352175"/>
          </a:xfrm>
        </p:grpSpPr>
        <p:sp>
          <p:nvSpPr>
            <p:cNvPr id="131" name="Google Shape;131;p11"/>
            <p:cNvSpPr/>
            <p:nvPr/>
          </p:nvSpPr>
          <p:spPr>
            <a:xfrm>
              <a:off x="-1378950" y="-1835900"/>
              <a:ext cx="2223000" cy="2223000"/>
            </a:xfrm>
            <a:prstGeom prst="ellipse">
              <a:avLst/>
            </a:prstGeom>
            <a:solidFill>
              <a:srgbClr val="A15315">
                <a:alpha val="164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sp>
          <p:nvSpPr>
            <p:cNvPr id="132" name="Google Shape;132;p11"/>
            <p:cNvSpPr/>
            <p:nvPr/>
          </p:nvSpPr>
          <p:spPr>
            <a:xfrm>
              <a:off x="7943250" y="4293275"/>
              <a:ext cx="2223000" cy="2223000"/>
            </a:xfrm>
            <a:prstGeom prst="ellipse">
              <a:avLst/>
            </a:prstGeom>
            <a:solidFill>
              <a:srgbClr val="A15315">
                <a:alpha val="1646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grpSp>
      <p:grpSp>
        <p:nvGrpSpPr>
          <p:cNvPr id="133" name="Google Shape;133;p11"/>
          <p:cNvGrpSpPr/>
          <p:nvPr/>
        </p:nvGrpSpPr>
        <p:grpSpPr>
          <a:xfrm>
            <a:off x="-1727780" y="4162628"/>
            <a:ext cx="2534850" cy="882750"/>
            <a:chOff x="-96030" y="3967928"/>
            <a:chExt cx="2534850" cy="882750"/>
          </a:xfrm>
        </p:grpSpPr>
        <p:sp>
          <p:nvSpPr>
            <p:cNvPr id="134" name="Google Shape;134;p11"/>
            <p:cNvSpPr/>
            <p:nvPr/>
          </p:nvSpPr>
          <p:spPr>
            <a:xfrm>
              <a:off x="-96030" y="3967928"/>
              <a:ext cx="2231728" cy="792270"/>
            </a:xfrm>
            <a:custGeom>
              <a:avLst/>
              <a:gdLst/>
              <a:ahLst/>
              <a:cxnLst/>
              <a:rect l="l" t="t" r="r" b="b"/>
              <a:pathLst>
                <a:path w="12752" h="4527" fill="none" extrusionOk="0">
                  <a:moveTo>
                    <a:pt x="0" y="0"/>
                  </a:moveTo>
                  <a:lnTo>
                    <a:pt x="0" y="0"/>
                  </a:lnTo>
                  <a:cubicBezTo>
                    <a:pt x="10972" y="0"/>
                    <a:pt x="10972" y="0"/>
                    <a:pt x="10972" y="0"/>
                  </a:cubicBezTo>
                  <a:cubicBezTo>
                    <a:pt x="11576" y="0"/>
                    <a:pt x="12068" y="492"/>
                    <a:pt x="12068" y="1096"/>
                  </a:cubicBezTo>
                  <a:cubicBezTo>
                    <a:pt x="12068" y="1247"/>
                    <a:pt x="12068" y="1247"/>
                    <a:pt x="12068" y="1247"/>
                  </a:cubicBezTo>
                  <a:cubicBezTo>
                    <a:pt x="12068" y="1851"/>
                    <a:pt x="11576" y="2344"/>
                    <a:pt x="10972" y="2344"/>
                  </a:cubicBezTo>
                  <a:cubicBezTo>
                    <a:pt x="2845" y="2344"/>
                    <a:pt x="2845" y="2344"/>
                    <a:pt x="2845" y="2344"/>
                  </a:cubicBezTo>
                  <a:cubicBezTo>
                    <a:pt x="2241" y="2344"/>
                    <a:pt x="1748" y="2827"/>
                    <a:pt x="1748" y="3431"/>
                  </a:cubicBezTo>
                  <a:lnTo>
                    <a:pt x="1748" y="3431"/>
                  </a:lnTo>
                  <a:cubicBezTo>
                    <a:pt x="1748" y="4043"/>
                    <a:pt x="2241" y="4527"/>
                    <a:pt x="2845" y="4527"/>
                  </a:cubicBezTo>
                  <a:cubicBezTo>
                    <a:pt x="12752" y="4527"/>
                    <a:pt x="12752" y="4527"/>
                    <a:pt x="12752" y="4527"/>
                  </a:cubicBezTo>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5" name="Google Shape;135;p11"/>
            <p:cNvSpPr/>
            <p:nvPr/>
          </p:nvSpPr>
          <p:spPr>
            <a:xfrm>
              <a:off x="2135702" y="4682493"/>
              <a:ext cx="190411" cy="157159"/>
            </a:xfrm>
            <a:custGeom>
              <a:avLst/>
              <a:gdLst/>
              <a:ahLst/>
              <a:cxnLst/>
              <a:rect l="l" t="t" r="r" b="b"/>
              <a:pathLst>
                <a:path w="1088" h="898" extrusionOk="0">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6" name="Google Shape;136;p11"/>
            <p:cNvSpPr/>
            <p:nvPr/>
          </p:nvSpPr>
          <p:spPr>
            <a:xfrm>
              <a:off x="2326113" y="4668492"/>
              <a:ext cx="29227" cy="182185"/>
            </a:xfrm>
            <a:custGeom>
              <a:avLst/>
              <a:gdLst/>
              <a:ahLst/>
              <a:cxnLst/>
              <a:rect l="l" t="t" r="r" b="b"/>
              <a:pathLst>
                <a:path w="167" h="1041" extrusionOk="0">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 name="Google Shape;137;p11"/>
            <p:cNvSpPr/>
            <p:nvPr/>
          </p:nvSpPr>
          <p:spPr>
            <a:xfrm>
              <a:off x="2355340" y="4783999"/>
              <a:ext cx="83480" cy="25026"/>
            </a:xfrm>
            <a:custGeom>
              <a:avLst/>
              <a:gdLst/>
              <a:ahLst/>
              <a:cxnLst/>
              <a:rect l="l" t="t" r="r" b="b"/>
              <a:pathLst>
                <a:path w="477" h="143" extrusionOk="0">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w="9525" cap="rnd" cmpd="sng">
              <a:solidFill>
                <a:schemeClr val="dk1"/>
              </a:solidFill>
              <a:prstDash val="solid"/>
              <a:round/>
              <a:headEnd type="none" w="sm" len="sm"/>
              <a:tailEnd type="none" w="sm" len="sm"/>
            </a:ln>
          </p:spPr>
          <p:txBody>
            <a:bodyPr spcFirstLastPara="1" wrap="square" lIns="95750" tIns="700" rIns="95750" bIns="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 name="Google Shape;138;p11"/>
            <p:cNvSpPr/>
            <p:nvPr/>
          </p:nvSpPr>
          <p:spPr>
            <a:xfrm>
              <a:off x="2355340" y="4710145"/>
              <a:ext cx="83480" cy="25201"/>
            </a:xfrm>
            <a:custGeom>
              <a:avLst/>
              <a:gdLst/>
              <a:ahLst/>
              <a:cxnLst/>
              <a:rect l="l" t="t" r="r" b="b"/>
              <a:pathLst>
                <a:path w="477" h="144" extrusionOk="0">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w="9525" cap="rnd" cmpd="sng">
              <a:solidFill>
                <a:schemeClr val="dk1"/>
              </a:solidFill>
              <a:prstDash val="solid"/>
              <a:round/>
              <a:headEnd type="none" w="sm" len="sm"/>
              <a:tailEnd type="none" w="sm" len="sm"/>
            </a:ln>
          </p:spPr>
          <p:txBody>
            <a:bodyPr spcFirstLastPara="1" wrap="square" lIns="95750" tIns="1075" rIns="95750" bIns="1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39" name="Google Shape;139;p11"/>
          <p:cNvSpPr txBox="1">
            <a:spLocks noGrp="1"/>
          </p:cNvSpPr>
          <p:nvPr>
            <p:ph type="title" hasCustomPrompt="1"/>
          </p:nvPr>
        </p:nvSpPr>
        <p:spPr>
          <a:xfrm>
            <a:off x="3360175" y="1841750"/>
            <a:ext cx="5070600" cy="1192800"/>
          </a:xfrm>
          <a:prstGeom prst="rect">
            <a:avLst/>
          </a:prstGeom>
        </p:spPr>
        <p:txBody>
          <a:bodyPr spcFirstLastPara="1" wrap="square" lIns="91425" tIns="91425" rIns="91425" bIns="91425" anchor="b" anchorCtr="0">
            <a:noAutofit/>
          </a:bodyPr>
          <a:lstStyle>
            <a:lvl1pPr lvl="0" algn="r">
              <a:spcBef>
                <a:spcPts val="0"/>
              </a:spcBef>
              <a:spcAft>
                <a:spcPts val="0"/>
              </a:spcAft>
              <a:buSzPts val="6000"/>
              <a:buNone/>
              <a:defRPr sz="6000" b="0">
                <a:solidFill>
                  <a:schemeClr val="lt1"/>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40" name="Google Shape;140;p11"/>
          <p:cNvSpPr txBox="1">
            <a:spLocks noGrp="1"/>
          </p:cNvSpPr>
          <p:nvPr>
            <p:ph type="subTitle" idx="1"/>
          </p:nvPr>
        </p:nvSpPr>
        <p:spPr>
          <a:xfrm>
            <a:off x="3360175" y="3167600"/>
            <a:ext cx="5070600" cy="7491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r" rtl="0">
              <a:lnSpc>
                <a:spcPct val="115000"/>
              </a:lnSpc>
              <a:spcBef>
                <a:spcPts val="0"/>
              </a:spcBef>
              <a:spcAft>
                <a:spcPts val="0"/>
              </a:spcAft>
              <a:buSzPts val="1600"/>
              <a:buNone/>
              <a:defRPr sz="1600"/>
            </a:lvl1pPr>
            <a:lvl2pPr lvl="1" algn="ctr" rtl="0">
              <a:lnSpc>
                <a:spcPct val="115000"/>
              </a:lnSpc>
              <a:spcBef>
                <a:spcPts val="0"/>
              </a:spcBef>
              <a:spcAft>
                <a:spcPts val="0"/>
              </a:spcAft>
              <a:buSzPts val="1600"/>
              <a:buNone/>
              <a:defRPr sz="1600"/>
            </a:lvl2pPr>
            <a:lvl3pPr lvl="2" algn="ctr" rtl="0">
              <a:lnSpc>
                <a:spcPct val="115000"/>
              </a:lnSpc>
              <a:spcBef>
                <a:spcPts val="0"/>
              </a:spcBef>
              <a:spcAft>
                <a:spcPts val="0"/>
              </a:spcAft>
              <a:buSzPts val="1600"/>
              <a:buNone/>
              <a:defRPr sz="1600"/>
            </a:lvl3pPr>
            <a:lvl4pPr lvl="3" algn="ctr" rtl="0">
              <a:lnSpc>
                <a:spcPct val="115000"/>
              </a:lnSpc>
              <a:spcBef>
                <a:spcPts val="0"/>
              </a:spcBef>
              <a:spcAft>
                <a:spcPts val="0"/>
              </a:spcAft>
              <a:buSzPts val="1600"/>
              <a:buNone/>
              <a:defRPr sz="1600"/>
            </a:lvl4pPr>
            <a:lvl5pPr lvl="4" algn="ctr" rtl="0">
              <a:lnSpc>
                <a:spcPct val="115000"/>
              </a:lnSpc>
              <a:spcBef>
                <a:spcPts val="0"/>
              </a:spcBef>
              <a:spcAft>
                <a:spcPts val="0"/>
              </a:spcAft>
              <a:buSzPts val="1600"/>
              <a:buNone/>
              <a:defRPr sz="1600"/>
            </a:lvl5pPr>
            <a:lvl6pPr lvl="5" algn="ctr" rtl="0">
              <a:lnSpc>
                <a:spcPct val="115000"/>
              </a:lnSpc>
              <a:spcBef>
                <a:spcPts val="0"/>
              </a:spcBef>
              <a:spcAft>
                <a:spcPts val="0"/>
              </a:spcAft>
              <a:buSzPts val="1600"/>
              <a:buNone/>
              <a:defRPr sz="1600"/>
            </a:lvl6pPr>
            <a:lvl7pPr lvl="6" algn="ctr" rtl="0">
              <a:lnSpc>
                <a:spcPct val="115000"/>
              </a:lnSpc>
              <a:spcBef>
                <a:spcPts val="0"/>
              </a:spcBef>
              <a:spcAft>
                <a:spcPts val="0"/>
              </a:spcAft>
              <a:buSzPts val="1600"/>
              <a:buNone/>
              <a:defRPr sz="1600"/>
            </a:lvl7pPr>
            <a:lvl8pPr lvl="7" algn="ctr" rtl="0">
              <a:lnSpc>
                <a:spcPct val="115000"/>
              </a:lnSpc>
              <a:spcBef>
                <a:spcPts val="0"/>
              </a:spcBef>
              <a:spcAft>
                <a:spcPts val="0"/>
              </a:spcAft>
              <a:buSzPts val="1600"/>
              <a:buNone/>
              <a:defRPr sz="1600"/>
            </a:lvl8pPr>
            <a:lvl9pPr lvl="8" algn="ctr" rtl="0">
              <a:lnSpc>
                <a:spcPct val="115000"/>
              </a:lnSpc>
              <a:spcBef>
                <a:spcPts val="0"/>
              </a:spcBef>
              <a:spcAft>
                <a:spcPts val="0"/>
              </a:spcAft>
              <a:buSzPts val="16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50"/>
        <p:cNvGrpSpPr/>
        <p:nvPr/>
      </p:nvGrpSpPr>
      <p:grpSpPr>
        <a:xfrm>
          <a:off x="0" y="0"/>
          <a:ext cx="0" cy="0"/>
          <a:chOff x="0" y="0"/>
          <a:chExt cx="0" cy="0"/>
        </a:xfrm>
      </p:grpSpPr>
      <p:grpSp>
        <p:nvGrpSpPr>
          <p:cNvPr id="251" name="Google Shape;251;p19"/>
          <p:cNvGrpSpPr/>
          <p:nvPr/>
        </p:nvGrpSpPr>
        <p:grpSpPr>
          <a:xfrm>
            <a:off x="-1659025" y="1460250"/>
            <a:ext cx="12494425" cy="2223000"/>
            <a:chOff x="-1659025" y="1793600"/>
            <a:chExt cx="12494425" cy="2223000"/>
          </a:xfrm>
        </p:grpSpPr>
        <p:sp>
          <p:nvSpPr>
            <p:cNvPr id="252" name="Google Shape;252;p19"/>
            <p:cNvSpPr/>
            <p:nvPr/>
          </p:nvSpPr>
          <p:spPr>
            <a:xfrm>
              <a:off x="-1659025" y="1793600"/>
              <a:ext cx="2223000" cy="2223000"/>
            </a:xfrm>
            <a:prstGeom prst="ellipse">
              <a:avLst/>
            </a:prstGeom>
            <a:solidFill>
              <a:srgbClr val="B9611A">
                <a:alpha val="195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sp>
          <p:nvSpPr>
            <p:cNvPr id="253" name="Google Shape;253;p19"/>
            <p:cNvSpPr/>
            <p:nvPr/>
          </p:nvSpPr>
          <p:spPr>
            <a:xfrm>
              <a:off x="8612400" y="1793600"/>
              <a:ext cx="2223000" cy="2223000"/>
            </a:xfrm>
            <a:prstGeom prst="ellipse">
              <a:avLst/>
            </a:prstGeom>
            <a:solidFill>
              <a:srgbClr val="B9611A">
                <a:alpha val="195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grpSp>
      <p:grpSp>
        <p:nvGrpSpPr>
          <p:cNvPr id="254" name="Google Shape;254;p19"/>
          <p:cNvGrpSpPr/>
          <p:nvPr/>
        </p:nvGrpSpPr>
        <p:grpSpPr>
          <a:xfrm>
            <a:off x="285100" y="445225"/>
            <a:ext cx="856200" cy="856200"/>
            <a:chOff x="285100" y="445225"/>
            <a:chExt cx="856200" cy="856200"/>
          </a:xfrm>
        </p:grpSpPr>
        <p:sp>
          <p:nvSpPr>
            <p:cNvPr id="255" name="Google Shape;255;p19"/>
            <p:cNvSpPr/>
            <p:nvPr/>
          </p:nvSpPr>
          <p:spPr>
            <a:xfrm>
              <a:off x="285100" y="445225"/>
              <a:ext cx="856200" cy="856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sp>
          <p:nvSpPr>
            <p:cNvPr id="256" name="Google Shape;256;p19"/>
            <p:cNvSpPr/>
            <p:nvPr/>
          </p:nvSpPr>
          <p:spPr>
            <a:xfrm>
              <a:off x="506762" y="579382"/>
              <a:ext cx="412876" cy="587885"/>
            </a:xfrm>
            <a:custGeom>
              <a:avLst/>
              <a:gdLst/>
              <a:ahLst/>
              <a:cxnLst/>
              <a:rect l="l" t="t" r="r" b="b"/>
              <a:pathLst>
                <a:path w="3831" h="5455" extrusionOk="0">
                  <a:moveTo>
                    <a:pt x="1959" y="30"/>
                  </a:moveTo>
                  <a:lnTo>
                    <a:pt x="1959" y="30"/>
                  </a:lnTo>
                  <a:cubicBezTo>
                    <a:pt x="13" y="3175"/>
                    <a:pt x="13" y="3175"/>
                    <a:pt x="13" y="3175"/>
                  </a:cubicBezTo>
                  <a:cubicBezTo>
                    <a:pt x="-19" y="3217"/>
                    <a:pt x="13" y="3269"/>
                    <a:pt x="65" y="3269"/>
                  </a:cubicBezTo>
                  <a:cubicBezTo>
                    <a:pt x="1606" y="3269"/>
                    <a:pt x="1606" y="3269"/>
                    <a:pt x="1606" y="3269"/>
                  </a:cubicBezTo>
                  <a:cubicBezTo>
                    <a:pt x="1638" y="3269"/>
                    <a:pt x="1669" y="3300"/>
                    <a:pt x="1669" y="3331"/>
                  </a:cubicBezTo>
                  <a:cubicBezTo>
                    <a:pt x="1669" y="5394"/>
                    <a:pt x="1669" y="5394"/>
                    <a:pt x="1669" y="5394"/>
                  </a:cubicBezTo>
                  <a:cubicBezTo>
                    <a:pt x="1669" y="5456"/>
                    <a:pt x="1742" y="5477"/>
                    <a:pt x="1773" y="5425"/>
                  </a:cubicBezTo>
                  <a:cubicBezTo>
                    <a:pt x="3824" y="2332"/>
                    <a:pt x="3824" y="2332"/>
                    <a:pt x="3824" y="2332"/>
                  </a:cubicBezTo>
                  <a:cubicBezTo>
                    <a:pt x="3845" y="2291"/>
                    <a:pt x="3814" y="2239"/>
                    <a:pt x="3772" y="2239"/>
                  </a:cubicBezTo>
                  <a:cubicBezTo>
                    <a:pt x="2126" y="2239"/>
                    <a:pt x="2126" y="2239"/>
                    <a:pt x="2126" y="2239"/>
                  </a:cubicBezTo>
                  <a:cubicBezTo>
                    <a:pt x="2095" y="2239"/>
                    <a:pt x="2074" y="2207"/>
                    <a:pt x="2074" y="2176"/>
                  </a:cubicBezTo>
                  <a:cubicBezTo>
                    <a:pt x="2064" y="61"/>
                    <a:pt x="2064" y="61"/>
                    <a:pt x="2064" y="61"/>
                  </a:cubicBezTo>
                  <a:cubicBezTo>
                    <a:pt x="2064" y="-1"/>
                    <a:pt x="1991" y="-22"/>
                    <a:pt x="1959" y="30"/>
                  </a:cubicBezTo>
                  <a:close/>
                </a:path>
              </a:pathLst>
            </a:custGeom>
            <a:noFill/>
            <a:ln w="9525" cap="flat" cmpd="sng">
              <a:solidFill>
                <a:srgbClr val="000000"/>
              </a:solidFill>
              <a:prstDash val="solid"/>
              <a:miter lim="8000"/>
              <a:headEnd type="none" w="sm" len="sm"/>
              <a:tailEnd type="none" w="sm" len="sm"/>
            </a:ln>
          </p:spPr>
          <p:txBody>
            <a:bodyPr spcFirstLastPara="1" wrap="square" lIns="97550" tIns="52550" rIns="97550" bIns="52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57" name="Google Shape;257;p19"/>
          <p:cNvGrpSpPr/>
          <p:nvPr/>
        </p:nvGrpSpPr>
        <p:grpSpPr>
          <a:xfrm>
            <a:off x="-940505" y="445225"/>
            <a:ext cx="10717630" cy="4405453"/>
            <a:chOff x="-940505" y="445225"/>
            <a:chExt cx="10717630" cy="4405453"/>
          </a:xfrm>
        </p:grpSpPr>
        <p:grpSp>
          <p:nvGrpSpPr>
            <p:cNvPr id="258" name="Google Shape;258;p19"/>
            <p:cNvGrpSpPr/>
            <p:nvPr/>
          </p:nvGrpSpPr>
          <p:grpSpPr>
            <a:xfrm>
              <a:off x="-940505" y="3967928"/>
              <a:ext cx="2534850" cy="882750"/>
              <a:chOff x="-96030" y="3967928"/>
              <a:chExt cx="2534850" cy="882750"/>
            </a:xfrm>
          </p:grpSpPr>
          <p:sp>
            <p:nvSpPr>
              <p:cNvPr id="259" name="Google Shape;259;p19"/>
              <p:cNvSpPr/>
              <p:nvPr/>
            </p:nvSpPr>
            <p:spPr>
              <a:xfrm>
                <a:off x="-96030" y="3967928"/>
                <a:ext cx="2231728" cy="792270"/>
              </a:xfrm>
              <a:custGeom>
                <a:avLst/>
                <a:gdLst/>
                <a:ahLst/>
                <a:cxnLst/>
                <a:rect l="l" t="t" r="r" b="b"/>
                <a:pathLst>
                  <a:path w="12752" h="4527" fill="none" extrusionOk="0">
                    <a:moveTo>
                      <a:pt x="0" y="0"/>
                    </a:moveTo>
                    <a:lnTo>
                      <a:pt x="0" y="0"/>
                    </a:lnTo>
                    <a:cubicBezTo>
                      <a:pt x="10972" y="0"/>
                      <a:pt x="10972" y="0"/>
                      <a:pt x="10972" y="0"/>
                    </a:cubicBezTo>
                    <a:cubicBezTo>
                      <a:pt x="11576" y="0"/>
                      <a:pt x="12068" y="492"/>
                      <a:pt x="12068" y="1096"/>
                    </a:cubicBezTo>
                    <a:cubicBezTo>
                      <a:pt x="12068" y="1247"/>
                      <a:pt x="12068" y="1247"/>
                      <a:pt x="12068" y="1247"/>
                    </a:cubicBezTo>
                    <a:cubicBezTo>
                      <a:pt x="12068" y="1851"/>
                      <a:pt x="11576" y="2344"/>
                      <a:pt x="10972" y="2344"/>
                    </a:cubicBezTo>
                    <a:cubicBezTo>
                      <a:pt x="2845" y="2344"/>
                      <a:pt x="2845" y="2344"/>
                      <a:pt x="2845" y="2344"/>
                    </a:cubicBezTo>
                    <a:cubicBezTo>
                      <a:pt x="2241" y="2344"/>
                      <a:pt x="1748" y="2827"/>
                      <a:pt x="1748" y="3431"/>
                    </a:cubicBezTo>
                    <a:lnTo>
                      <a:pt x="1748" y="3431"/>
                    </a:lnTo>
                    <a:cubicBezTo>
                      <a:pt x="1748" y="4043"/>
                      <a:pt x="2241" y="4527"/>
                      <a:pt x="2845" y="4527"/>
                    </a:cubicBezTo>
                    <a:cubicBezTo>
                      <a:pt x="12752" y="4527"/>
                      <a:pt x="12752" y="4527"/>
                      <a:pt x="12752" y="4527"/>
                    </a:cubicBezTo>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0" name="Google Shape;260;p19"/>
              <p:cNvSpPr/>
              <p:nvPr/>
            </p:nvSpPr>
            <p:spPr>
              <a:xfrm>
                <a:off x="2135702" y="4682493"/>
                <a:ext cx="190411" cy="157159"/>
              </a:xfrm>
              <a:custGeom>
                <a:avLst/>
                <a:gdLst/>
                <a:ahLst/>
                <a:cxnLst/>
                <a:rect l="l" t="t" r="r" b="b"/>
                <a:pathLst>
                  <a:path w="1088" h="898" extrusionOk="0">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1" name="Google Shape;261;p19"/>
              <p:cNvSpPr/>
              <p:nvPr/>
            </p:nvSpPr>
            <p:spPr>
              <a:xfrm>
                <a:off x="2326113" y="4668492"/>
                <a:ext cx="29227" cy="182185"/>
              </a:xfrm>
              <a:custGeom>
                <a:avLst/>
                <a:gdLst/>
                <a:ahLst/>
                <a:cxnLst/>
                <a:rect l="l" t="t" r="r" b="b"/>
                <a:pathLst>
                  <a:path w="167" h="1041" extrusionOk="0">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 name="Google Shape;262;p19"/>
              <p:cNvSpPr/>
              <p:nvPr/>
            </p:nvSpPr>
            <p:spPr>
              <a:xfrm>
                <a:off x="2355340" y="4783999"/>
                <a:ext cx="83480" cy="25026"/>
              </a:xfrm>
              <a:custGeom>
                <a:avLst/>
                <a:gdLst/>
                <a:ahLst/>
                <a:cxnLst/>
                <a:rect l="l" t="t" r="r" b="b"/>
                <a:pathLst>
                  <a:path w="477" h="143" extrusionOk="0">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w="9525" cap="rnd" cmpd="sng">
                <a:solidFill>
                  <a:schemeClr val="dk1"/>
                </a:solidFill>
                <a:prstDash val="solid"/>
                <a:round/>
                <a:headEnd type="none" w="sm" len="sm"/>
                <a:tailEnd type="none" w="sm" len="sm"/>
              </a:ln>
            </p:spPr>
            <p:txBody>
              <a:bodyPr spcFirstLastPara="1" wrap="square" lIns="95750" tIns="700" rIns="95750" bIns="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 name="Google Shape;263;p19"/>
              <p:cNvSpPr/>
              <p:nvPr/>
            </p:nvSpPr>
            <p:spPr>
              <a:xfrm>
                <a:off x="2355340" y="4710145"/>
                <a:ext cx="83480" cy="25201"/>
              </a:xfrm>
              <a:custGeom>
                <a:avLst/>
                <a:gdLst/>
                <a:ahLst/>
                <a:cxnLst/>
                <a:rect l="l" t="t" r="r" b="b"/>
                <a:pathLst>
                  <a:path w="477" h="144" extrusionOk="0">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w="9525" cap="rnd" cmpd="sng">
                <a:solidFill>
                  <a:schemeClr val="dk1"/>
                </a:solidFill>
                <a:prstDash val="solid"/>
                <a:round/>
                <a:headEnd type="none" w="sm" len="sm"/>
                <a:tailEnd type="none" w="sm" len="sm"/>
              </a:ln>
            </p:spPr>
            <p:txBody>
              <a:bodyPr spcFirstLastPara="1" wrap="square" lIns="95750" tIns="1075" rIns="95750" bIns="1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64" name="Google Shape;264;p19"/>
            <p:cNvSpPr/>
            <p:nvPr/>
          </p:nvSpPr>
          <p:spPr>
            <a:xfrm>
              <a:off x="8600525" y="4461800"/>
              <a:ext cx="1176600" cy="284400"/>
            </a:xfrm>
            <a:prstGeom prst="roundRect">
              <a:avLst>
                <a:gd name="adj" fmla="val 50000"/>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grpSp>
          <p:nvGrpSpPr>
            <p:cNvPr id="265" name="Google Shape;265;p19"/>
            <p:cNvGrpSpPr/>
            <p:nvPr/>
          </p:nvGrpSpPr>
          <p:grpSpPr>
            <a:xfrm>
              <a:off x="285100" y="445225"/>
              <a:ext cx="856200" cy="856200"/>
              <a:chOff x="285100" y="445225"/>
              <a:chExt cx="856200" cy="856200"/>
            </a:xfrm>
          </p:grpSpPr>
          <p:sp>
            <p:nvSpPr>
              <p:cNvPr id="266" name="Google Shape;266;p19"/>
              <p:cNvSpPr/>
              <p:nvPr/>
            </p:nvSpPr>
            <p:spPr>
              <a:xfrm>
                <a:off x="506762" y="579382"/>
                <a:ext cx="412876" cy="587885"/>
              </a:xfrm>
              <a:custGeom>
                <a:avLst/>
                <a:gdLst/>
                <a:ahLst/>
                <a:cxnLst/>
                <a:rect l="l" t="t" r="r" b="b"/>
                <a:pathLst>
                  <a:path w="3831" h="5455" extrusionOk="0">
                    <a:moveTo>
                      <a:pt x="1959" y="30"/>
                    </a:moveTo>
                    <a:lnTo>
                      <a:pt x="1959" y="30"/>
                    </a:lnTo>
                    <a:cubicBezTo>
                      <a:pt x="13" y="3175"/>
                      <a:pt x="13" y="3175"/>
                      <a:pt x="13" y="3175"/>
                    </a:cubicBezTo>
                    <a:cubicBezTo>
                      <a:pt x="-19" y="3217"/>
                      <a:pt x="13" y="3269"/>
                      <a:pt x="65" y="3269"/>
                    </a:cubicBezTo>
                    <a:cubicBezTo>
                      <a:pt x="1606" y="3269"/>
                      <a:pt x="1606" y="3269"/>
                      <a:pt x="1606" y="3269"/>
                    </a:cubicBezTo>
                    <a:cubicBezTo>
                      <a:pt x="1638" y="3269"/>
                      <a:pt x="1669" y="3300"/>
                      <a:pt x="1669" y="3331"/>
                    </a:cubicBezTo>
                    <a:cubicBezTo>
                      <a:pt x="1669" y="5394"/>
                      <a:pt x="1669" y="5394"/>
                      <a:pt x="1669" y="5394"/>
                    </a:cubicBezTo>
                    <a:cubicBezTo>
                      <a:pt x="1669" y="5456"/>
                      <a:pt x="1742" y="5477"/>
                      <a:pt x="1773" y="5425"/>
                    </a:cubicBezTo>
                    <a:cubicBezTo>
                      <a:pt x="3824" y="2332"/>
                      <a:pt x="3824" y="2332"/>
                      <a:pt x="3824" y="2332"/>
                    </a:cubicBezTo>
                    <a:cubicBezTo>
                      <a:pt x="3845" y="2291"/>
                      <a:pt x="3814" y="2239"/>
                      <a:pt x="3772" y="2239"/>
                    </a:cubicBezTo>
                    <a:cubicBezTo>
                      <a:pt x="2126" y="2239"/>
                      <a:pt x="2126" y="2239"/>
                      <a:pt x="2126" y="2239"/>
                    </a:cubicBezTo>
                    <a:cubicBezTo>
                      <a:pt x="2095" y="2239"/>
                      <a:pt x="2074" y="2207"/>
                      <a:pt x="2074" y="2176"/>
                    </a:cubicBezTo>
                    <a:cubicBezTo>
                      <a:pt x="2064" y="61"/>
                      <a:pt x="2064" y="61"/>
                      <a:pt x="2064" y="61"/>
                    </a:cubicBezTo>
                    <a:cubicBezTo>
                      <a:pt x="2064" y="-1"/>
                      <a:pt x="1991" y="-22"/>
                      <a:pt x="1959" y="30"/>
                    </a:cubicBezTo>
                    <a:close/>
                  </a:path>
                </a:pathLst>
              </a:custGeom>
              <a:noFill/>
              <a:ln w="9525" cap="flat" cmpd="sng">
                <a:solidFill>
                  <a:schemeClr val="dk1"/>
                </a:solidFill>
                <a:prstDash val="solid"/>
                <a:miter lim="8000"/>
                <a:headEnd type="none" w="sm" len="sm"/>
                <a:tailEnd type="none" w="sm" len="sm"/>
              </a:ln>
            </p:spPr>
            <p:txBody>
              <a:bodyPr spcFirstLastPara="1" wrap="square" lIns="97550" tIns="52550" rIns="97550" bIns="52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 name="Google Shape;267;p19"/>
              <p:cNvSpPr/>
              <p:nvPr/>
            </p:nvSpPr>
            <p:spPr>
              <a:xfrm>
                <a:off x="285100" y="445225"/>
                <a:ext cx="856200" cy="856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grpSp>
      </p:grpSp>
      <p:grpSp>
        <p:nvGrpSpPr>
          <p:cNvPr id="268" name="Google Shape;268;p19"/>
          <p:cNvGrpSpPr/>
          <p:nvPr/>
        </p:nvGrpSpPr>
        <p:grpSpPr>
          <a:xfrm>
            <a:off x="6775790" y="2934165"/>
            <a:ext cx="1523160" cy="819530"/>
            <a:chOff x="2852640" y="2125440"/>
            <a:chExt cx="1523160" cy="819530"/>
          </a:xfrm>
        </p:grpSpPr>
        <p:sp>
          <p:nvSpPr>
            <p:cNvPr id="269" name="Google Shape;269;p19"/>
            <p:cNvSpPr/>
            <p:nvPr/>
          </p:nvSpPr>
          <p:spPr>
            <a:xfrm>
              <a:off x="3161880" y="2647610"/>
              <a:ext cx="1189800" cy="297360"/>
            </a:xfrm>
            <a:custGeom>
              <a:avLst/>
              <a:gdLst/>
              <a:ahLst/>
              <a:cxnLst/>
              <a:rect l="l" t="t" r="r" b="b"/>
              <a:pathLst>
                <a:path w="3305" h="826" extrusionOk="0">
                  <a:moveTo>
                    <a:pt x="0" y="711"/>
                  </a:moveTo>
                  <a:lnTo>
                    <a:pt x="0" y="711"/>
                  </a:lnTo>
                  <a:cubicBezTo>
                    <a:pt x="0" y="116"/>
                    <a:pt x="0" y="116"/>
                    <a:pt x="0" y="116"/>
                  </a:cubicBezTo>
                  <a:cubicBezTo>
                    <a:pt x="0" y="49"/>
                    <a:pt x="67" y="0"/>
                    <a:pt x="132" y="0"/>
                  </a:cubicBezTo>
                  <a:cubicBezTo>
                    <a:pt x="3173" y="0"/>
                    <a:pt x="3173" y="0"/>
                    <a:pt x="3173" y="0"/>
                  </a:cubicBezTo>
                  <a:cubicBezTo>
                    <a:pt x="3256" y="0"/>
                    <a:pt x="3305" y="49"/>
                    <a:pt x="3305" y="116"/>
                  </a:cubicBezTo>
                  <a:cubicBezTo>
                    <a:pt x="3305" y="711"/>
                    <a:pt x="3305" y="711"/>
                    <a:pt x="3305" y="711"/>
                  </a:cubicBezTo>
                  <a:cubicBezTo>
                    <a:pt x="3305" y="776"/>
                    <a:pt x="3256" y="826"/>
                    <a:pt x="3173" y="826"/>
                  </a:cubicBezTo>
                  <a:cubicBezTo>
                    <a:pt x="132" y="826"/>
                    <a:pt x="132" y="826"/>
                    <a:pt x="132" y="826"/>
                  </a:cubicBezTo>
                  <a:cubicBezTo>
                    <a:pt x="67" y="826"/>
                    <a:pt x="0" y="776"/>
                    <a:pt x="0" y="711"/>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0" name="Google Shape;270;p19"/>
            <p:cNvSpPr/>
            <p:nvPr/>
          </p:nvSpPr>
          <p:spPr>
            <a:xfrm>
              <a:off x="3453480" y="2647610"/>
              <a:ext cx="898200" cy="297360"/>
            </a:xfrm>
            <a:custGeom>
              <a:avLst/>
              <a:gdLst/>
              <a:ahLst/>
              <a:cxnLst/>
              <a:rect l="l" t="t" r="r" b="b"/>
              <a:pathLst>
                <a:path w="2495" h="826" extrusionOk="0">
                  <a:moveTo>
                    <a:pt x="0" y="826"/>
                  </a:moveTo>
                  <a:lnTo>
                    <a:pt x="0" y="826"/>
                  </a:lnTo>
                  <a:cubicBezTo>
                    <a:pt x="0" y="0"/>
                    <a:pt x="0" y="0"/>
                    <a:pt x="0" y="0"/>
                  </a:cubicBezTo>
                  <a:cubicBezTo>
                    <a:pt x="2363" y="0"/>
                    <a:pt x="2363" y="0"/>
                    <a:pt x="2363" y="0"/>
                  </a:cubicBezTo>
                  <a:cubicBezTo>
                    <a:pt x="2446" y="0"/>
                    <a:pt x="2495" y="49"/>
                    <a:pt x="2495" y="116"/>
                  </a:cubicBezTo>
                  <a:cubicBezTo>
                    <a:pt x="2495" y="711"/>
                    <a:pt x="2495" y="711"/>
                    <a:pt x="2495" y="711"/>
                  </a:cubicBezTo>
                  <a:cubicBezTo>
                    <a:pt x="2495" y="776"/>
                    <a:pt x="2446" y="826"/>
                    <a:pt x="2363" y="826"/>
                  </a:cubicBezTo>
                  <a:lnTo>
                    <a:pt x="0" y="826"/>
                  </a:ln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1" name="Google Shape;271;p19"/>
            <p:cNvSpPr/>
            <p:nvPr/>
          </p:nvSpPr>
          <p:spPr>
            <a:xfrm>
              <a:off x="3132360" y="2707010"/>
              <a:ext cx="29520" cy="178560"/>
            </a:xfrm>
            <a:custGeom>
              <a:avLst/>
              <a:gdLst/>
              <a:ahLst/>
              <a:cxnLst/>
              <a:rect l="l" t="t" r="r" b="b"/>
              <a:pathLst>
                <a:path w="82" h="496" extrusionOk="0">
                  <a:moveTo>
                    <a:pt x="0" y="49"/>
                  </a:moveTo>
                  <a:lnTo>
                    <a:pt x="0" y="49"/>
                  </a:lnTo>
                  <a:cubicBezTo>
                    <a:pt x="0" y="16"/>
                    <a:pt x="16" y="0"/>
                    <a:pt x="49" y="0"/>
                  </a:cubicBezTo>
                  <a:lnTo>
                    <a:pt x="49" y="0"/>
                  </a:lnTo>
                  <a:cubicBezTo>
                    <a:pt x="67" y="0"/>
                    <a:pt x="82" y="16"/>
                    <a:pt x="82" y="49"/>
                  </a:cubicBezTo>
                  <a:cubicBezTo>
                    <a:pt x="82" y="446"/>
                    <a:pt x="82" y="446"/>
                    <a:pt x="82" y="446"/>
                  </a:cubicBezTo>
                  <a:cubicBezTo>
                    <a:pt x="82" y="479"/>
                    <a:pt x="67" y="496"/>
                    <a:pt x="49" y="496"/>
                  </a:cubicBezTo>
                  <a:lnTo>
                    <a:pt x="49" y="496"/>
                  </a:lnTo>
                  <a:cubicBezTo>
                    <a:pt x="16" y="496"/>
                    <a:pt x="0" y="479"/>
                    <a:pt x="0" y="446"/>
                  </a:cubicBezTo>
                  <a:lnTo>
                    <a:pt x="0" y="49"/>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2" name="Google Shape;272;p19"/>
            <p:cNvSpPr/>
            <p:nvPr/>
          </p:nvSpPr>
          <p:spPr>
            <a:xfrm>
              <a:off x="4107960" y="2784050"/>
              <a:ext cx="100800" cy="24120"/>
            </a:xfrm>
            <a:custGeom>
              <a:avLst/>
              <a:gdLst/>
              <a:ahLst/>
              <a:cxnLst/>
              <a:rect l="l" t="t" r="r" b="b"/>
              <a:pathLst>
                <a:path w="280" h="67" extrusionOk="0">
                  <a:moveTo>
                    <a:pt x="280" y="0"/>
                  </a:moveTo>
                  <a:lnTo>
                    <a:pt x="280" y="67"/>
                  </a:lnTo>
                  <a:lnTo>
                    <a:pt x="0" y="67"/>
                  </a:lnTo>
                  <a:lnTo>
                    <a:pt x="0" y="0"/>
                  </a:lnTo>
                  <a:lnTo>
                    <a:pt x="280" y="0"/>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3" name="Google Shape;273;p19"/>
            <p:cNvSpPr/>
            <p:nvPr/>
          </p:nvSpPr>
          <p:spPr>
            <a:xfrm>
              <a:off x="3221280" y="2743010"/>
              <a:ext cx="101160" cy="106560"/>
            </a:xfrm>
            <a:custGeom>
              <a:avLst/>
              <a:gdLst/>
              <a:ahLst/>
              <a:cxnLst/>
              <a:rect l="l" t="t" r="r" b="b"/>
              <a:pathLst>
                <a:path w="281" h="296" extrusionOk="0">
                  <a:moveTo>
                    <a:pt x="165" y="114"/>
                  </a:moveTo>
                  <a:lnTo>
                    <a:pt x="281" y="114"/>
                  </a:lnTo>
                  <a:lnTo>
                    <a:pt x="281" y="181"/>
                  </a:lnTo>
                  <a:lnTo>
                    <a:pt x="165" y="181"/>
                  </a:lnTo>
                  <a:lnTo>
                    <a:pt x="165" y="296"/>
                  </a:lnTo>
                  <a:lnTo>
                    <a:pt x="116" y="296"/>
                  </a:lnTo>
                  <a:lnTo>
                    <a:pt x="116" y="181"/>
                  </a:lnTo>
                  <a:lnTo>
                    <a:pt x="0" y="181"/>
                  </a:lnTo>
                  <a:lnTo>
                    <a:pt x="0" y="114"/>
                  </a:lnTo>
                  <a:lnTo>
                    <a:pt x="116" y="114"/>
                  </a:lnTo>
                  <a:lnTo>
                    <a:pt x="116" y="0"/>
                  </a:lnTo>
                  <a:lnTo>
                    <a:pt x="165" y="0"/>
                  </a:lnTo>
                  <a:lnTo>
                    <a:pt x="165" y="114"/>
                  </a:lnTo>
                  <a:close/>
                </a:path>
              </a:pathLst>
            </a:custGeom>
            <a:solidFill>
              <a:srgbClr val="EBF0F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4" name="Google Shape;274;p19"/>
            <p:cNvSpPr/>
            <p:nvPr/>
          </p:nvSpPr>
          <p:spPr>
            <a:xfrm>
              <a:off x="2852640" y="2125440"/>
              <a:ext cx="1475640" cy="457560"/>
            </a:xfrm>
            <a:custGeom>
              <a:avLst/>
              <a:gdLst/>
              <a:ahLst/>
              <a:cxnLst/>
              <a:rect l="l" t="t" r="r" b="b"/>
              <a:pathLst>
                <a:path w="4099" h="1271" extrusionOk="0">
                  <a:moveTo>
                    <a:pt x="4099" y="198"/>
                  </a:moveTo>
                  <a:lnTo>
                    <a:pt x="4099" y="198"/>
                  </a:lnTo>
                  <a:cubicBezTo>
                    <a:pt x="4099" y="1073"/>
                    <a:pt x="4099" y="1073"/>
                    <a:pt x="4099" y="1073"/>
                  </a:cubicBezTo>
                  <a:cubicBezTo>
                    <a:pt x="4099" y="1189"/>
                    <a:pt x="4017" y="1271"/>
                    <a:pt x="3901" y="1271"/>
                  </a:cubicBezTo>
                  <a:cubicBezTo>
                    <a:pt x="198" y="1271"/>
                    <a:pt x="198" y="1271"/>
                    <a:pt x="198" y="1271"/>
                  </a:cubicBezTo>
                  <a:cubicBezTo>
                    <a:pt x="82" y="1271"/>
                    <a:pt x="0" y="1189"/>
                    <a:pt x="0" y="1073"/>
                  </a:cubicBezTo>
                  <a:cubicBezTo>
                    <a:pt x="0" y="198"/>
                    <a:pt x="0" y="198"/>
                    <a:pt x="0" y="198"/>
                  </a:cubicBezTo>
                  <a:cubicBezTo>
                    <a:pt x="0" y="82"/>
                    <a:pt x="82" y="0"/>
                    <a:pt x="198" y="0"/>
                  </a:cubicBezTo>
                  <a:cubicBezTo>
                    <a:pt x="3901" y="0"/>
                    <a:pt x="3901" y="0"/>
                    <a:pt x="3901" y="0"/>
                  </a:cubicBezTo>
                  <a:cubicBezTo>
                    <a:pt x="4017" y="0"/>
                    <a:pt x="4099" y="82"/>
                    <a:pt x="4099" y="198"/>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5" name="Google Shape;275;p19"/>
            <p:cNvSpPr/>
            <p:nvPr/>
          </p:nvSpPr>
          <p:spPr>
            <a:xfrm>
              <a:off x="2852640" y="2125440"/>
              <a:ext cx="1035360" cy="457560"/>
            </a:xfrm>
            <a:custGeom>
              <a:avLst/>
              <a:gdLst/>
              <a:ahLst/>
              <a:cxnLst/>
              <a:rect l="l" t="t" r="r" b="b"/>
              <a:pathLst>
                <a:path w="2876" h="1271" extrusionOk="0">
                  <a:moveTo>
                    <a:pt x="2876" y="0"/>
                  </a:moveTo>
                  <a:lnTo>
                    <a:pt x="2876" y="0"/>
                  </a:lnTo>
                  <a:cubicBezTo>
                    <a:pt x="2876" y="1271"/>
                    <a:pt x="2876" y="1271"/>
                    <a:pt x="2876" y="1271"/>
                  </a:cubicBezTo>
                  <a:cubicBezTo>
                    <a:pt x="198" y="1271"/>
                    <a:pt x="198" y="1271"/>
                    <a:pt x="198" y="1271"/>
                  </a:cubicBezTo>
                  <a:cubicBezTo>
                    <a:pt x="82" y="1271"/>
                    <a:pt x="0" y="1189"/>
                    <a:pt x="0" y="1073"/>
                  </a:cubicBezTo>
                  <a:cubicBezTo>
                    <a:pt x="0" y="198"/>
                    <a:pt x="0" y="198"/>
                    <a:pt x="0" y="198"/>
                  </a:cubicBezTo>
                  <a:cubicBezTo>
                    <a:pt x="0" y="82"/>
                    <a:pt x="82" y="0"/>
                    <a:pt x="198" y="0"/>
                  </a:cubicBezTo>
                  <a:lnTo>
                    <a:pt x="2876" y="0"/>
                  </a:ln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6" name="Google Shape;276;p19"/>
            <p:cNvSpPr/>
            <p:nvPr/>
          </p:nvSpPr>
          <p:spPr>
            <a:xfrm>
              <a:off x="4328280" y="2220840"/>
              <a:ext cx="47520" cy="267840"/>
            </a:xfrm>
            <a:custGeom>
              <a:avLst/>
              <a:gdLst/>
              <a:ahLst/>
              <a:cxnLst/>
              <a:rect l="l" t="t" r="r" b="b"/>
              <a:pathLst>
                <a:path w="132" h="744" extrusionOk="0">
                  <a:moveTo>
                    <a:pt x="132" y="677"/>
                  </a:moveTo>
                  <a:lnTo>
                    <a:pt x="132" y="677"/>
                  </a:lnTo>
                  <a:cubicBezTo>
                    <a:pt x="132" y="711"/>
                    <a:pt x="98" y="744"/>
                    <a:pt x="65" y="744"/>
                  </a:cubicBezTo>
                  <a:lnTo>
                    <a:pt x="65" y="744"/>
                  </a:lnTo>
                  <a:cubicBezTo>
                    <a:pt x="33" y="744"/>
                    <a:pt x="0" y="711"/>
                    <a:pt x="0" y="677"/>
                  </a:cubicBezTo>
                  <a:cubicBezTo>
                    <a:pt x="0" y="66"/>
                    <a:pt x="0" y="66"/>
                    <a:pt x="0" y="66"/>
                  </a:cubicBezTo>
                  <a:cubicBezTo>
                    <a:pt x="0" y="33"/>
                    <a:pt x="33" y="0"/>
                    <a:pt x="65" y="0"/>
                  </a:cubicBezTo>
                  <a:lnTo>
                    <a:pt x="65" y="0"/>
                  </a:lnTo>
                  <a:cubicBezTo>
                    <a:pt x="98" y="0"/>
                    <a:pt x="132" y="33"/>
                    <a:pt x="132" y="66"/>
                  </a:cubicBezTo>
                  <a:lnTo>
                    <a:pt x="132" y="677"/>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7" name="Google Shape;277;p19"/>
            <p:cNvSpPr/>
            <p:nvPr/>
          </p:nvSpPr>
          <p:spPr>
            <a:xfrm>
              <a:off x="2942280" y="2333880"/>
              <a:ext cx="154080" cy="41760"/>
            </a:xfrm>
            <a:custGeom>
              <a:avLst/>
              <a:gdLst/>
              <a:ahLst/>
              <a:cxnLst/>
              <a:rect l="l" t="t" r="r" b="b"/>
              <a:pathLst>
                <a:path w="428" h="116" extrusionOk="0">
                  <a:moveTo>
                    <a:pt x="0" y="116"/>
                  </a:moveTo>
                  <a:lnTo>
                    <a:pt x="0" y="0"/>
                  </a:lnTo>
                  <a:lnTo>
                    <a:pt x="428" y="0"/>
                  </a:lnTo>
                  <a:lnTo>
                    <a:pt x="428" y="116"/>
                  </a:lnTo>
                  <a:lnTo>
                    <a:pt x="0" y="116"/>
                  </a:ln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8" name="Google Shape;278;p19"/>
            <p:cNvSpPr/>
            <p:nvPr/>
          </p:nvSpPr>
          <p:spPr>
            <a:xfrm>
              <a:off x="4084560" y="2274480"/>
              <a:ext cx="154080" cy="160560"/>
            </a:xfrm>
            <a:custGeom>
              <a:avLst/>
              <a:gdLst/>
              <a:ahLst/>
              <a:cxnLst/>
              <a:rect l="l" t="t" r="r" b="b"/>
              <a:pathLst>
                <a:path w="428" h="446" extrusionOk="0">
                  <a:moveTo>
                    <a:pt x="180" y="263"/>
                  </a:moveTo>
                  <a:lnTo>
                    <a:pt x="0" y="263"/>
                  </a:lnTo>
                  <a:lnTo>
                    <a:pt x="0" y="181"/>
                  </a:lnTo>
                  <a:lnTo>
                    <a:pt x="180" y="181"/>
                  </a:lnTo>
                  <a:lnTo>
                    <a:pt x="180" y="0"/>
                  </a:lnTo>
                  <a:lnTo>
                    <a:pt x="263" y="0"/>
                  </a:lnTo>
                  <a:lnTo>
                    <a:pt x="263" y="181"/>
                  </a:lnTo>
                  <a:lnTo>
                    <a:pt x="428" y="181"/>
                  </a:lnTo>
                  <a:lnTo>
                    <a:pt x="428" y="263"/>
                  </a:lnTo>
                  <a:lnTo>
                    <a:pt x="263" y="263"/>
                  </a:lnTo>
                  <a:lnTo>
                    <a:pt x="263" y="446"/>
                  </a:lnTo>
                  <a:lnTo>
                    <a:pt x="180" y="446"/>
                  </a:lnTo>
                  <a:lnTo>
                    <a:pt x="180" y="263"/>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79" name="Google Shape;279;p19"/>
          <p:cNvGrpSpPr/>
          <p:nvPr/>
        </p:nvGrpSpPr>
        <p:grpSpPr>
          <a:xfrm>
            <a:off x="6886498" y="1389795"/>
            <a:ext cx="1301760" cy="1449720"/>
            <a:chOff x="365760" y="1923120"/>
            <a:chExt cx="1301760" cy="1449720"/>
          </a:xfrm>
        </p:grpSpPr>
        <p:sp>
          <p:nvSpPr>
            <p:cNvPr id="280" name="Google Shape;280;p19"/>
            <p:cNvSpPr/>
            <p:nvPr/>
          </p:nvSpPr>
          <p:spPr>
            <a:xfrm>
              <a:off x="365760" y="1923120"/>
              <a:ext cx="696240" cy="1249200"/>
            </a:xfrm>
            <a:custGeom>
              <a:avLst/>
              <a:gdLst/>
              <a:ahLst/>
              <a:cxnLst/>
              <a:rect l="l" t="t" r="r" b="b"/>
              <a:pathLst>
                <a:path w="1934" h="3470" extrusionOk="0">
                  <a:moveTo>
                    <a:pt x="1785" y="183"/>
                  </a:moveTo>
                  <a:lnTo>
                    <a:pt x="1785" y="183"/>
                  </a:lnTo>
                  <a:lnTo>
                    <a:pt x="1785" y="183"/>
                  </a:lnTo>
                  <a:cubicBezTo>
                    <a:pt x="1702" y="183"/>
                    <a:pt x="1636" y="248"/>
                    <a:pt x="1636" y="330"/>
                  </a:cubicBezTo>
                  <a:cubicBezTo>
                    <a:pt x="1636" y="1404"/>
                    <a:pt x="1636" y="1404"/>
                    <a:pt x="1636" y="1404"/>
                  </a:cubicBezTo>
                  <a:cubicBezTo>
                    <a:pt x="1636" y="1422"/>
                    <a:pt x="1604" y="1455"/>
                    <a:pt x="1586" y="1455"/>
                  </a:cubicBezTo>
                  <a:cubicBezTo>
                    <a:pt x="1553" y="1455"/>
                    <a:pt x="1521" y="1422"/>
                    <a:pt x="1521" y="1404"/>
                  </a:cubicBezTo>
                  <a:cubicBezTo>
                    <a:pt x="1521" y="149"/>
                    <a:pt x="1521" y="149"/>
                    <a:pt x="1521" y="149"/>
                  </a:cubicBezTo>
                  <a:cubicBezTo>
                    <a:pt x="1521" y="67"/>
                    <a:pt x="1471" y="0"/>
                    <a:pt x="1388" y="0"/>
                  </a:cubicBezTo>
                  <a:cubicBezTo>
                    <a:pt x="1372" y="0"/>
                    <a:pt x="1372" y="0"/>
                    <a:pt x="1372" y="0"/>
                  </a:cubicBezTo>
                  <a:cubicBezTo>
                    <a:pt x="1290" y="0"/>
                    <a:pt x="1223" y="67"/>
                    <a:pt x="1223" y="149"/>
                  </a:cubicBezTo>
                  <a:cubicBezTo>
                    <a:pt x="1223" y="1404"/>
                    <a:pt x="1223" y="1404"/>
                    <a:pt x="1223" y="1404"/>
                  </a:cubicBezTo>
                  <a:cubicBezTo>
                    <a:pt x="1223" y="1422"/>
                    <a:pt x="1207" y="1455"/>
                    <a:pt x="1174" y="1455"/>
                  </a:cubicBezTo>
                  <a:cubicBezTo>
                    <a:pt x="1141" y="1455"/>
                    <a:pt x="1125" y="1422"/>
                    <a:pt x="1125" y="1404"/>
                  </a:cubicBezTo>
                  <a:cubicBezTo>
                    <a:pt x="1125" y="149"/>
                    <a:pt x="1125" y="149"/>
                    <a:pt x="1125" y="149"/>
                  </a:cubicBezTo>
                  <a:cubicBezTo>
                    <a:pt x="1125" y="67"/>
                    <a:pt x="1058" y="0"/>
                    <a:pt x="976" y="0"/>
                  </a:cubicBezTo>
                  <a:cubicBezTo>
                    <a:pt x="958" y="0"/>
                    <a:pt x="958" y="0"/>
                    <a:pt x="958" y="0"/>
                  </a:cubicBezTo>
                  <a:cubicBezTo>
                    <a:pt x="876" y="0"/>
                    <a:pt x="811" y="67"/>
                    <a:pt x="811" y="149"/>
                  </a:cubicBezTo>
                  <a:cubicBezTo>
                    <a:pt x="811" y="1404"/>
                    <a:pt x="811" y="1404"/>
                    <a:pt x="811" y="1404"/>
                  </a:cubicBezTo>
                  <a:cubicBezTo>
                    <a:pt x="811" y="1422"/>
                    <a:pt x="793" y="1455"/>
                    <a:pt x="760" y="1455"/>
                  </a:cubicBezTo>
                  <a:cubicBezTo>
                    <a:pt x="728" y="1455"/>
                    <a:pt x="711" y="1422"/>
                    <a:pt x="711" y="1404"/>
                  </a:cubicBezTo>
                  <a:cubicBezTo>
                    <a:pt x="711" y="299"/>
                    <a:pt x="711" y="299"/>
                    <a:pt x="711" y="299"/>
                  </a:cubicBezTo>
                  <a:cubicBezTo>
                    <a:pt x="711" y="215"/>
                    <a:pt x="644" y="149"/>
                    <a:pt x="561" y="149"/>
                  </a:cubicBezTo>
                  <a:cubicBezTo>
                    <a:pt x="546" y="149"/>
                    <a:pt x="546" y="149"/>
                    <a:pt x="546" y="149"/>
                  </a:cubicBezTo>
                  <a:cubicBezTo>
                    <a:pt x="463" y="149"/>
                    <a:pt x="396" y="215"/>
                    <a:pt x="396" y="299"/>
                  </a:cubicBezTo>
                  <a:cubicBezTo>
                    <a:pt x="396" y="1851"/>
                    <a:pt x="396" y="1851"/>
                    <a:pt x="396" y="1851"/>
                  </a:cubicBezTo>
                  <a:cubicBezTo>
                    <a:pt x="331" y="1686"/>
                    <a:pt x="331" y="1686"/>
                    <a:pt x="331" y="1686"/>
                  </a:cubicBezTo>
                  <a:lnTo>
                    <a:pt x="314" y="1668"/>
                  </a:lnTo>
                  <a:cubicBezTo>
                    <a:pt x="314" y="1273"/>
                    <a:pt x="314" y="1273"/>
                    <a:pt x="314" y="1273"/>
                  </a:cubicBezTo>
                  <a:cubicBezTo>
                    <a:pt x="314" y="1190"/>
                    <a:pt x="247" y="1123"/>
                    <a:pt x="165" y="1123"/>
                  </a:cubicBezTo>
                  <a:cubicBezTo>
                    <a:pt x="66" y="1123"/>
                    <a:pt x="0" y="1190"/>
                    <a:pt x="0" y="1273"/>
                  </a:cubicBezTo>
                  <a:cubicBezTo>
                    <a:pt x="0" y="1717"/>
                    <a:pt x="0" y="1717"/>
                    <a:pt x="0" y="1717"/>
                  </a:cubicBezTo>
                  <a:lnTo>
                    <a:pt x="0" y="1735"/>
                  </a:lnTo>
                  <a:cubicBezTo>
                    <a:pt x="0" y="1768"/>
                    <a:pt x="0" y="1800"/>
                    <a:pt x="17" y="1833"/>
                  </a:cubicBezTo>
                  <a:cubicBezTo>
                    <a:pt x="17" y="1833"/>
                    <a:pt x="496" y="2891"/>
                    <a:pt x="496" y="2907"/>
                  </a:cubicBezTo>
                  <a:lnTo>
                    <a:pt x="496" y="2907"/>
                  </a:lnTo>
                  <a:cubicBezTo>
                    <a:pt x="496" y="3321"/>
                    <a:pt x="496" y="3321"/>
                    <a:pt x="496" y="3321"/>
                  </a:cubicBezTo>
                  <a:cubicBezTo>
                    <a:pt x="496" y="3404"/>
                    <a:pt x="561" y="3470"/>
                    <a:pt x="644" y="3470"/>
                  </a:cubicBezTo>
                  <a:cubicBezTo>
                    <a:pt x="1702" y="3470"/>
                    <a:pt x="1702" y="3470"/>
                    <a:pt x="1702" y="3470"/>
                  </a:cubicBezTo>
                  <a:cubicBezTo>
                    <a:pt x="1785" y="3470"/>
                    <a:pt x="1851" y="3404"/>
                    <a:pt x="1851" y="3321"/>
                  </a:cubicBezTo>
                  <a:cubicBezTo>
                    <a:pt x="1851" y="2875"/>
                    <a:pt x="1851" y="2875"/>
                    <a:pt x="1851" y="2875"/>
                  </a:cubicBezTo>
                  <a:cubicBezTo>
                    <a:pt x="1900" y="2791"/>
                    <a:pt x="1934" y="2610"/>
                    <a:pt x="1934" y="2544"/>
                  </a:cubicBezTo>
                  <a:cubicBezTo>
                    <a:pt x="1934" y="330"/>
                    <a:pt x="1934" y="330"/>
                    <a:pt x="1934" y="330"/>
                  </a:cubicBezTo>
                  <a:cubicBezTo>
                    <a:pt x="1934" y="248"/>
                    <a:pt x="1867" y="183"/>
                    <a:pt x="1785" y="183"/>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81" name="Google Shape;281;p19"/>
            <p:cNvSpPr/>
            <p:nvPr/>
          </p:nvSpPr>
          <p:spPr>
            <a:xfrm>
              <a:off x="730080" y="2115000"/>
              <a:ext cx="937440" cy="1257840"/>
            </a:xfrm>
            <a:custGeom>
              <a:avLst/>
              <a:gdLst/>
              <a:ahLst/>
              <a:cxnLst/>
              <a:rect l="l" t="t" r="r" b="b"/>
              <a:pathLst>
                <a:path w="2604" h="3494" extrusionOk="0">
                  <a:moveTo>
                    <a:pt x="1385" y="13"/>
                  </a:moveTo>
                  <a:lnTo>
                    <a:pt x="1385" y="13"/>
                  </a:lnTo>
                  <a:cubicBezTo>
                    <a:pt x="1401" y="13"/>
                    <a:pt x="1401" y="13"/>
                    <a:pt x="1401" y="13"/>
                  </a:cubicBezTo>
                  <a:cubicBezTo>
                    <a:pt x="1468" y="46"/>
                    <a:pt x="1501" y="145"/>
                    <a:pt x="1468" y="211"/>
                  </a:cubicBezTo>
                  <a:cubicBezTo>
                    <a:pt x="1020" y="1184"/>
                    <a:pt x="1020" y="1184"/>
                    <a:pt x="1020" y="1184"/>
                  </a:cubicBezTo>
                  <a:cubicBezTo>
                    <a:pt x="1004" y="1202"/>
                    <a:pt x="1004" y="1235"/>
                    <a:pt x="1038" y="1251"/>
                  </a:cubicBezTo>
                  <a:cubicBezTo>
                    <a:pt x="1071" y="1267"/>
                    <a:pt x="1104" y="1251"/>
                    <a:pt x="1104" y="1218"/>
                  </a:cubicBezTo>
                  <a:cubicBezTo>
                    <a:pt x="1633" y="96"/>
                    <a:pt x="1633" y="96"/>
                    <a:pt x="1633" y="96"/>
                  </a:cubicBezTo>
                  <a:cubicBezTo>
                    <a:pt x="1666" y="29"/>
                    <a:pt x="1748" y="-4"/>
                    <a:pt x="1831" y="29"/>
                  </a:cubicBezTo>
                  <a:lnTo>
                    <a:pt x="1831" y="29"/>
                  </a:lnTo>
                  <a:cubicBezTo>
                    <a:pt x="1913" y="62"/>
                    <a:pt x="1947" y="145"/>
                    <a:pt x="1913" y="227"/>
                  </a:cubicBezTo>
                  <a:cubicBezTo>
                    <a:pt x="1385" y="1351"/>
                    <a:pt x="1385" y="1351"/>
                    <a:pt x="1385" y="1351"/>
                  </a:cubicBezTo>
                  <a:cubicBezTo>
                    <a:pt x="1368" y="1383"/>
                    <a:pt x="1385" y="1416"/>
                    <a:pt x="1417" y="1416"/>
                  </a:cubicBezTo>
                  <a:cubicBezTo>
                    <a:pt x="1434" y="1433"/>
                    <a:pt x="1468" y="1433"/>
                    <a:pt x="1483" y="1400"/>
                  </a:cubicBezTo>
                  <a:cubicBezTo>
                    <a:pt x="2012" y="276"/>
                    <a:pt x="2012" y="276"/>
                    <a:pt x="2012" y="276"/>
                  </a:cubicBezTo>
                  <a:cubicBezTo>
                    <a:pt x="2045" y="194"/>
                    <a:pt x="2128" y="162"/>
                    <a:pt x="2194" y="194"/>
                  </a:cubicBezTo>
                  <a:cubicBezTo>
                    <a:pt x="2210" y="211"/>
                    <a:pt x="2210" y="211"/>
                    <a:pt x="2210" y="211"/>
                  </a:cubicBezTo>
                  <a:cubicBezTo>
                    <a:pt x="2277" y="245"/>
                    <a:pt x="2310" y="327"/>
                    <a:pt x="2277" y="392"/>
                  </a:cubicBezTo>
                  <a:cubicBezTo>
                    <a:pt x="1748" y="1532"/>
                    <a:pt x="1748" y="1532"/>
                    <a:pt x="1748" y="1532"/>
                  </a:cubicBezTo>
                  <a:cubicBezTo>
                    <a:pt x="1748" y="1549"/>
                    <a:pt x="1748" y="1581"/>
                    <a:pt x="1782" y="1598"/>
                  </a:cubicBezTo>
                  <a:cubicBezTo>
                    <a:pt x="1813" y="1614"/>
                    <a:pt x="1847" y="1598"/>
                    <a:pt x="1847" y="1565"/>
                  </a:cubicBezTo>
                  <a:cubicBezTo>
                    <a:pt x="2310" y="575"/>
                    <a:pt x="2310" y="575"/>
                    <a:pt x="2310" y="575"/>
                  </a:cubicBezTo>
                  <a:cubicBezTo>
                    <a:pt x="2343" y="508"/>
                    <a:pt x="2442" y="475"/>
                    <a:pt x="2508" y="508"/>
                  </a:cubicBezTo>
                  <a:cubicBezTo>
                    <a:pt x="2524" y="508"/>
                    <a:pt x="2524" y="508"/>
                    <a:pt x="2524" y="508"/>
                  </a:cubicBezTo>
                  <a:cubicBezTo>
                    <a:pt x="2591" y="541"/>
                    <a:pt x="2624" y="624"/>
                    <a:pt x="2591" y="706"/>
                  </a:cubicBezTo>
                  <a:cubicBezTo>
                    <a:pt x="1929" y="2111"/>
                    <a:pt x="1929" y="2111"/>
                    <a:pt x="1929" y="2111"/>
                  </a:cubicBezTo>
                  <a:cubicBezTo>
                    <a:pt x="2063" y="1995"/>
                    <a:pt x="2063" y="1995"/>
                    <a:pt x="2063" y="1995"/>
                  </a:cubicBezTo>
                  <a:cubicBezTo>
                    <a:pt x="2078" y="1995"/>
                    <a:pt x="2078" y="1978"/>
                    <a:pt x="2096" y="1978"/>
                  </a:cubicBezTo>
                  <a:cubicBezTo>
                    <a:pt x="2261" y="1632"/>
                    <a:pt x="2261" y="1632"/>
                    <a:pt x="2261" y="1632"/>
                  </a:cubicBezTo>
                  <a:cubicBezTo>
                    <a:pt x="2294" y="1549"/>
                    <a:pt x="2393" y="1516"/>
                    <a:pt x="2475" y="1549"/>
                  </a:cubicBezTo>
                  <a:cubicBezTo>
                    <a:pt x="2542" y="1581"/>
                    <a:pt x="2575" y="1681"/>
                    <a:pt x="2542" y="1763"/>
                  </a:cubicBezTo>
                  <a:cubicBezTo>
                    <a:pt x="2359" y="2160"/>
                    <a:pt x="2359" y="2160"/>
                    <a:pt x="2359" y="2160"/>
                  </a:cubicBezTo>
                  <a:cubicBezTo>
                    <a:pt x="2359" y="2160"/>
                    <a:pt x="2359" y="2176"/>
                    <a:pt x="2343" y="2176"/>
                  </a:cubicBezTo>
                  <a:cubicBezTo>
                    <a:pt x="2343" y="2209"/>
                    <a:pt x="2326" y="2242"/>
                    <a:pt x="2294" y="2258"/>
                  </a:cubicBezTo>
                  <a:cubicBezTo>
                    <a:pt x="2294" y="2258"/>
                    <a:pt x="1417" y="3020"/>
                    <a:pt x="1401" y="3036"/>
                  </a:cubicBezTo>
                  <a:lnTo>
                    <a:pt x="1401" y="3036"/>
                  </a:lnTo>
                  <a:cubicBezTo>
                    <a:pt x="1236" y="3399"/>
                    <a:pt x="1236" y="3399"/>
                    <a:pt x="1236" y="3399"/>
                  </a:cubicBezTo>
                  <a:cubicBezTo>
                    <a:pt x="1203" y="3481"/>
                    <a:pt x="1104" y="3515"/>
                    <a:pt x="1038" y="3481"/>
                  </a:cubicBezTo>
                  <a:cubicBezTo>
                    <a:pt x="79" y="3036"/>
                    <a:pt x="79" y="3036"/>
                    <a:pt x="79" y="3036"/>
                  </a:cubicBezTo>
                  <a:cubicBezTo>
                    <a:pt x="13" y="3002"/>
                    <a:pt x="-21" y="2904"/>
                    <a:pt x="13" y="2837"/>
                  </a:cubicBezTo>
                  <a:cubicBezTo>
                    <a:pt x="195" y="2441"/>
                    <a:pt x="195" y="2441"/>
                    <a:pt x="195" y="2441"/>
                  </a:cubicBezTo>
                  <a:cubicBezTo>
                    <a:pt x="178" y="2342"/>
                    <a:pt x="227" y="2160"/>
                    <a:pt x="244" y="2093"/>
                  </a:cubicBezTo>
                  <a:cubicBezTo>
                    <a:pt x="1187" y="78"/>
                    <a:pt x="1187" y="78"/>
                    <a:pt x="1187" y="78"/>
                  </a:cubicBezTo>
                  <a:cubicBezTo>
                    <a:pt x="1218" y="13"/>
                    <a:pt x="1303" y="-20"/>
                    <a:pt x="1385" y="13"/>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82"/>
        <p:cNvGrpSpPr/>
        <p:nvPr/>
      </p:nvGrpSpPr>
      <p:grpSpPr>
        <a:xfrm>
          <a:off x="0" y="0"/>
          <a:ext cx="0" cy="0"/>
          <a:chOff x="0" y="0"/>
          <a:chExt cx="0" cy="0"/>
        </a:xfrm>
      </p:grpSpPr>
      <p:grpSp>
        <p:nvGrpSpPr>
          <p:cNvPr id="283" name="Google Shape;283;p20"/>
          <p:cNvGrpSpPr/>
          <p:nvPr/>
        </p:nvGrpSpPr>
        <p:grpSpPr>
          <a:xfrm>
            <a:off x="3868375" y="-1683500"/>
            <a:ext cx="6202125" cy="8697350"/>
            <a:chOff x="3868375" y="-1683500"/>
            <a:chExt cx="6202125" cy="8697350"/>
          </a:xfrm>
        </p:grpSpPr>
        <p:sp>
          <p:nvSpPr>
            <p:cNvPr id="284" name="Google Shape;284;p20"/>
            <p:cNvSpPr/>
            <p:nvPr/>
          </p:nvSpPr>
          <p:spPr>
            <a:xfrm>
              <a:off x="7847500" y="-1683500"/>
              <a:ext cx="2223000" cy="2223000"/>
            </a:xfrm>
            <a:prstGeom prst="ellipse">
              <a:avLst/>
            </a:prstGeom>
            <a:solidFill>
              <a:srgbClr val="B9611A">
                <a:alpha val="195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sp>
          <p:nvSpPr>
            <p:cNvPr id="285" name="Google Shape;285;p20"/>
            <p:cNvSpPr/>
            <p:nvPr/>
          </p:nvSpPr>
          <p:spPr>
            <a:xfrm>
              <a:off x="3868375" y="4790850"/>
              <a:ext cx="2223000" cy="2223000"/>
            </a:xfrm>
            <a:prstGeom prst="ellipse">
              <a:avLst/>
            </a:prstGeom>
            <a:solidFill>
              <a:srgbClr val="B9611A">
                <a:alpha val="195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grpSp>
      <p:grpSp>
        <p:nvGrpSpPr>
          <p:cNvPr id="286" name="Google Shape;286;p20"/>
          <p:cNvGrpSpPr/>
          <p:nvPr/>
        </p:nvGrpSpPr>
        <p:grpSpPr>
          <a:xfrm flipH="1">
            <a:off x="-304788" y="-152"/>
            <a:ext cx="3349223" cy="4974600"/>
            <a:chOff x="6046787" y="-152"/>
            <a:chExt cx="3349223" cy="4974600"/>
          </a:xfrm>
        </p:grpSpPr>
        <p:sp>
          <p:nvSpPr>
            <p:cNvPr id="287" name="Google Shape;287;p20"/>
            <p:cNvSpPr/>
            <p:nvPr/>
          </p:nvSpPr>
          <p:spPr>
            <a:xfrm flipH="1">
              <a:off x="8219410" y="4690048"/>
              <a:ext cx="1176600" cy="284400"/>
            </a:xfrm>
            <a:prstGeom prst="roundRect">
              <a:avLst>
                <a:gd name="adj" fmla="val 50000"/>
              </a:avLst>
            </a:prstGeom>
            <a:no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sp>
          <p:nvSpPr>
            <p:cNvPr id="288" name="Google Shape;288;p20"/>
            <p:cNvSpPr/>
            <p:nvPr/>
          </p:nvSpPr>
          <p:spPr>
            <a:xfrm rot="10800000">
              <a:off x="6159494" y="4752183"/>
              <a:ext cx="190411" cy="157159"/>
            </a:xfrm>
            <a:custGeom>
              <a:avLst/>
              <a:gdLst/>
              <a:ahLst/>
              <a:cxnLst/>
              <a:rect l="l" t="t" r="r" b="b"/>
              <a:pathLst>
                <a:path w="1088" h="898" extrusionOk="0">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89" name="Google Shape;289;p20"/>
            <p:cNvSpPr/>
            <p:nvPr/>
          </p:nvSpPr>
          <p:spPr>
            <a:xfrm rot="10800000">
              <a:off x="6130267" y="4741158"/>
              <a:ext cx="29227" cy="182185"/>
            </a:xfrm>
            <a:custGeom>
              <a:avLst/>
              <a:gdLst/>
              <a:ahLst/>
              <a:cxnLst/>
              <a:rect l="l" t="t" r="r" b="b"/>
              <a:pathLst>
                <a:path w="167" h="1041" extrusionOk="0">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w="9525" cap="rnd" cmpd="sng">
              <a:solidFill>
                <a:schemeClr val="dk1"/>
              </a:solidFill>
              <a:prstDash val="solid"/>
              <a:round/>
              <a:headEnd type="none" w="sm" len="sm"/>
              <a:tailEnd type="none" w="sm" len="sm"/>
            </a:ln>
          </p:spPr>
          <p:txBody>
            <a:bodyPr spcFirstLastPara="1" wrap="square" lIns="95750" tIns="50750" rIns="95750" bIns="507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0" name="Google Shape;290;p20"/>
            <p:cNvSpPr/>
            <p:nvPr/>
          </p:nvSpPr>
          <p:spPr>
            <a:xfrm rot="10800000">
              <a:off x="6046787" y="4782810"/>
              <a:ext cx="83480" cy="25026"/>
            </a:xfrm>
            <a:custGeom>
              <a:avLst/>
              <a:gdLst/>
              <a:ahLst/>
              <a:cxnLst/>
              <a:rect l="l" t="t" r="r" b="b"/>
              <a:pathLst>
                <a:path w="477" h="143" extrusionOk="0">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w="9525" cap="rnd" cmpd="sng">
              <a:solidFill>
                <a:schemeClr val="dk1"/>
              </a:solidFill>
              <a:prstDash val="solid"/>
              <a:round/>
              <a:headEnd type="none" w="sm" len="sm"/>
              <a:tailEnd type="none" w="sm" len="sm"/>
            </a:ln>
          </p:spPr>
          <p:txBody>
            <a:bodyPr spcFirstLastPara="1" wrap="square" lIns="95750" tIns="700" rIns="95750" bIns="7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1" name="Google Shape;291;p20"/>
            <p:cNvSpPr/>
            <p:nvPr/>
          </p:nvSpPr>
          <p:spPr>
            <a:xfrm rot="10800000">
              <a:off x="6046787" y="4856489"/>
              <a:ext cx="83480" cy="25201"/>
            </a:xfrm>
            <a:custGeom>
              <a:avLst/>
              <a:gdLst/>
              <a:ahLst/>
              <a:cxnLst/>
              <a:rect l="l" t="t" r="r" b="b"/>
              <a:pathLst>
                <a:path w="477" h="144" extrusionOk="0">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w="9525" cap="rnd" cmpd="sng">
              <a:solidFill>
                <a:schemeClr val="dk1"/>
              </a:solidFill>
              <a:prstDash val="solid"/>
              <a:round/>
              <a:headEnd type="none" w="sm" len="sm"/>
              <a:tailEnd type="none" w="sm" len="sm"/>
            </a:ln>
          </p:spPr>
          <p:txBody>
            <a:bodyPr spcFirstLastPara="1" wrap="square" lIns="95750" tIns="1075" rIns="95750" bIns="10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cxnSp>
          <p:nvCxnSpPr>
            <p:cNvPr id="292" name="Google Shape;292;p20"/>
            <p:cNvCxnSpPr>
              <a:endCxn id="287" idx="3"/>
            </p:cNvCxnSpPr>
            <p:nvPr/>
          </p:nvCxnSpPr>
          <p:spPr>
            <a:xfrm>
              <a:off x="6350110" y="4832248"/>
              <a:ext cx="1869300" cy="0"/>
            </a:xfrm>
            <a:prstGeom prst="straightConnector1">
              <a:avLst/>
            </a:prstGeom>
            <a:noFill/>
            <a:ln w="9525" cap="flat" cmpd="sng">
              <a:solidFill>
                <a:schemeClr val="dk1"/>
              </a:solidFill>
              <a:prstDash val="solid"/>
              <a:round/>
              <a:headEnd type="none" w="med" len="med"/>
              <a:tailEnd type="none" w="med" len="med"/>
            </a:ln>
          </p:spPr>
        </p:cxnSp>
        <p:cxnSp>
          <p:nvCxnSpPr>
            <p:cNvPr id="293" name="Google Shape;293;p20"/>
            <p:cNvCxnSpPr>
              <a:endCxn id="287" idx="0"/>
            </p:cNvCxnSpPr>
            <p:nvPr/>
          </p:nvCxnSpPr>
          <p:spPr>
            <a:xfrm>
              <a:off x="8807710" y="-152"/>
              <a:ext cx="0" cy="46902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Epilogue"/>
              <a:buNone/>
              <a:defRPr sz="2800" b="1">
                <a:solidFill>
                  <a:schemeClr val="dk1"/>
                </a:solidFill>
                <a:latin typeface="Epilogue"/>
                <a:ea typeface="Epilogue"/>
                <a:cs typeface="Epilogue"/>
                <a:sym typeface="Epilogue"/>
              </a:defRPr>
            </a:lvl1pPr>
            <a:lvl2pPr lvl="1" rtl="0">
              <a:spcBef>
                <a:spcPts val="0"/>
              </a:spcBef>
              <a:spcAft>
                <a:spcPts val="0"/>
              </a:spcAft>
              <a:buClr>
                <a:schemeClr val="dk1"/>
              </a:buClr>
              <a:buSzPts val="2800"/>
              <a:buFont typeface="Epilogue"/>
              <a:buNone/>
              <a:defRPr sz="2800" b="1">
                <a:solidFill>
                  <a:schemeClr val="dk1"/>
                </a:solidFill>
                <a:latin typeface="Epilogue"/>
                <a:ea typeface="Epilogue"/>
                <a:cs typeface="Epilogue"/>
                <a:sym typeface="Epilogue"/>
              </a:defRPr>
            </a:lvl2pPr>
            <a:lvl3pPr lvl="2" rtl="0">
              <a:spcBef>
                <a:spcPts val="0"/>
              </a:spcBef>
              <a:spcAft>
                <a:spcPts val="0"/>
              </a:spcAft>
              <a:buClr>
                <a:schemeClr val="dk1"/>
              </a:buClr>
              <a:buSzPts val="2800"/>
              <a:buFont typeface="Epilogue"/>
              <a:buNone/>
              <a:defRPr sz="2800" b="1">
                <a:solidFill>
                  <a:schemeClr val="dk1"/>
                </a:solidFill>
                <a:latin typeface="Epilogue"/>
                <a:ea typeface="Epilogue"/>
                <a:cs typeface="Epilogue"/>
                <a:sym typeface="Epilogue"/>
              </a:defRPr>
            </a:lvl3pPr>
            <a:lvl4pPr lvl="3" rtl="0">
              <a:spcBef>
                <a:spcPts val="0"/>
              </a:spcBef>
              <a:spcAft>
                <a:spcPts val="0"/>
              </a:spcAft>
              <a:buClr>
                <a:schemeClr val="dk1"/>
              </a:buClr>
              <a:buSzPts val="2800"/>
              <a:buFont typeface="Epilogue"/>
              <a:buNone/>
              <a:defRPr sz="2800" b="1">
                <a:solidFill>
                  <a:schemeClr val="dk1"/>
                </a:solidFill>
                <a:latin typeface="Epilogue"/>
                <a:ea typeface="Epilogue"/>
                <a:cs typeface="Epilogue"/>
                <a:sym typeface="Epilogue"/>
              </a:defRPr>
            </a:lvl4pPr>
            <a:lvl5pPr lvl="4" rtl="0">
              <a:spcBef>
                <a:spcPts val="0"/>
              </a:spcBef>
              <a:spcAft>
                <a:spcPts val="0"/>
              </a:spcAft>
              <a:buClr>
                <a:schemeClr val="dk1"/>
              </a:buClr>
              <a:buSzPts val="2800"/>
              <a:buFont typeface="Epilogue"/>
              <a:buNone/>
              <a:defRPr sz="2800" b="1">
                <a:solidFill>
                  <a:schemeClr val="dk1"/>
                </a:solidFill>
                <a:latin typeface="Epilogue"/>
                <a:ea typeface="Epilogue"/>
                <a:cs typeface="Epilogue"/>
                <a:sym typeface="Epilogue"/>
              </a:defRPr>
            </a:lvl5pPr>
            <a:lvl6pPr lvl="5" rtl="0">
              <a:spcBef>
                <a:spcPts val="0"/>
              </a:spcBef>
              <a:spcAft>
                <a:spcPts val="0"/>
              </a:spcAft>
              <a:buClr>
                <a:schemeClr val="dk1"/>
              </a:buClr>
              <a:buSzPts val="2800"/>
              <a:buFont typeface="Epilogue"/>
              <a:buNone/>
              <a:defRPr sz="2800" b="1">
                <a:solidFill>
                  <a:schemeClr val="dk1"/>
                </a:solidFill>
                <a:latin typeface="Epilogue"/>
                <a:ea typeface="Epilogue"/>
                <a:cs typeface="Epilogue"/>
                <a:sym typeface="Epilogue"/>
              </a:defRPr>
            </a:lvl6pPr>
            <a:lvl7pPr lvl="6" rtl="0">
              <a:spcBef>
                <a:spcPts val="0"/>
              </a:spcBef>
              <a:spcAft>
                <a:spcPts val="0"/>
              </a:spcAft>
              <a:buClr>
                <a:schemeClr val="dk1"/>
              </a:buClr>
              <a:buSzPts val="2800"/>
              <a:buFont typeface="Epilogue"/>
              <a:buNone/>
              <a:defRPr sz="2800" b="1">
                <a:solidFill>
                  <a:schemeClr val="dk1"/>
                </a:solidFill>
                <a:latin typeface="Epilogue"/>
                <a:ea typeface="Epilogue"/>
                <a:cs typeface="Epilogue"/>
                <a:sym typeface="Epilogue"/>
              </a:defRPr>
            </a:lvl7pPr>
            <a:lvl8pPr lvl="7" rtl="0">
              <a:spcBef>
                <a:spcPts val="0"/>
              </a:spcBef>
              <a:spcAft>
                <a:spcPts val="0"/>
              </a:spcAft>
              <a:buClr>
                <a:schemeClr val="dk1"/>
              </a:buClr>
              <a:buSzPts val="2800"/>
              <a:buFont typeface="Epilogue"/>
              <a:buNone/>
              <a:defRPr sz="2800" b="1">
                <a:solidFill>
                  <a:schemeClr val="dk1"/>
                </a:solidFill>
                <a:latin typeface="Epilogue"/>
                <a:ea typeface="Epilogue"/>
                <a:cs typeface="Epilogue"/>
                <a:sym typeface="Epilogue"/>
              </a:defRPr>
            </a:lvl8pPr>
            <a:lvl9pPr lvl="8" rtl="0">
              <a:spcBef>
                <a:spcPts val="0"/>
              </a:spcBef>
              <a:spcAft>
                <a:spcPts val="0"/>
              </a:spcAft>
              <a:buClr>
                <a:schemeClr val="dk1"/>
              </a:buClr>
              <a:buSzPts val="2800"/>
              <a:buFont typeface="Epilogue"/>
              <a:buNone/>
              <a:defRPr sz="2800" b="1">
                <a:solidFill>
                  <a:schemeClr val="dk1"/>
                </a:solidFill>
                <a:latin typeface="Epilogue"/>
                <a:ea typeface="Epilogue"/>
                <a:cs typeface="Epilogue"/>
                <a:sym typeface="Epilog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Sofia Sans"/>
              <a:buChar char="☐"/>
              <a:defRPr>
                <a:solidFill>
                  <a:schemeClr val="dk1"/>
                </a:solidFill>
                <a:latin typeface="Sofia Sans"/>
                <a:ea typeface="Sofia Sans"/>
                <a:cs typeface="Sofia Sans"/>
                <a:sym typeface="Sofia Sans"/>
              </a:defRPr>
            </a:lvl1pPr>
            <a:lvl2pPr marL="914400" lvl="1" indent="-317500">
              <a:lnSpc>
                <a:spcPct val="115000"/>
              </a:lnSpc>
              <a:spcBef>
                <a:spcPts val="0"/>
              </a:spcBef>
              <a:spcAft>
                <a:spcPts val="0"/>
              </a:spcAft>
              <a:buClr>
                <a:schemeClr val="dk1"/>
              </a:buClr>
              <a:buSzPts val="1400"/>
              <a:buFont typeface="Sofia Sans"/>
              <a:buChar char="○"/>
              <a:defRPr>
                <a:solidFill>
                  <a:schemeClr val="dk1"/>
                </a:solidFill>
                <a:latin typeface="Sofia Sans"/>
                <a:ea typeface="Sofia Sans"/>
                <a:cs typeface="Sofia Sans"/>
                <a:sym typeface="Sofia Sans"/>
              </a:defRPr>
            </a:lvl2pPr>
            <a:lvl3pPr marL="1371600" lvl="2" indent="-317500">
              <a:lnSpc>
                <a:spcPct val="115000"/>
              </a:lnSpc>
              <a:spcBef>
                <a:spcPts val="0"/>
              </a:spcBef>
              <a:spcAft>
                <a:spcPts val="0"/>
              </a:spcAft>
              <a:buClr>
                <a:schemeClr val="dk1"/>
              </a:buClr>
              <a:buSzPts val="1400"/>
              <a:buFont typeface="Sofia Sans"/>
              <a:buChar char="■"/>
              <a:defRPr>
                <a:solidFill>
                  <a:schemeClr val="dk1"/>
                </a:solidFill>
                <a:latin typeface="Sofia Sans"/>
                <a:ea typeface="Sofia Sans"/>
                <a:cs typeface="Sofia Sans"/>
                <a:sym typeface="Sofia Sans"/>
              </a:defRPr>
            </a:lvl3pPr>
            <a:lvl4pPr marL="1828800" lvl="3" indent="-317500">
              <a:lnSpc>
                <a:spcPct val="115000"/>
              </a:lnSpc>
              <a:spcBef>
                <a:spcPts val="0"/>
              </a:spcBef>
              <a:spcAft>
                <a:spcPts val="0"/>
              </a:spcAft>
              <a:buClr>
                <a:schemeClr val="dk1"/>
              </a:buClr>
              <a:buSzPts val="1400"/>
              <a:buFont typeface="Sofia Sans"/>
              <a:buChar char="●"/>
              <a:defRPr>
                <a:solidFill>
                  <a:schemeClr val="dk1"/>
                </a:solidFill>
                <a:latin typeface="Sofia Sans"/>
                <a:ea typeface="Sofia Sans"/>
                <a:cs typeface="Sofia Sans"/>
                <a:sym typeface="Sofia Sans"/>
              </a:defRPr>
            </a:lvl4pPr>
            <a:lvl5pPr marL="2286000" lvl="4" indent="-317500">
              <a:lnSpc>
                <a:spcPct val="115000"/>
              </a:lnSpc>
              <a:spcBef>
                <a:spcPts val="0"/>
              </a:spcBef>
              <a:spcAft>
                <a:spcPts val="0"/>
              </a:spcAft>
              <a:buClr>
                <a:schemeClr val="dk1"/>
              </a:buClr>
              <a:buSzPts val="1400"/>
              <a:buFont typeface="Sofia Sans"/>
              <a:buChar char="○"/>
              <a:defRPr>
                <a:solidFill>
                  <a:schemeClr val="dk1"/>
                </a:solidFill>
                <a:latin typeface="Sofia Sans"/>
                <a:ea typeface="Sofia Sans"/>
                <a:cs typeface="Sofia Sans"/>
                <a:sym typeface="Sofia Sans"/>
              </a:defRPr>
            </a:lvl5pPr>
            <a:lvl6pPr marL="2743200" lvl="5" indent="-317500">
              <a:lnSpc>
                <a:spcPct val="115000"/>
              </a:lnSpc>
              <a:spcBef>
                <a:spcPts val="0"/>
              </a:spcBef>
              <a:spcAft>
                <a:spcPts val="0"/>
              </a:spcAft>
              <a:buClr>
                <a:schemeClr val="dk1"/>
              </a:buClr>
              <a:buSzPts val="1400"/>
              <a:buFont typeface="Sofia Sans"/>
              <a:buChar char="■"/>
              <a:defRPr>
                <a:solidFill>
                  <a:schemeClr val="dk1"/>
                </a:solidFill>
                <a:latin typeface="Sofia Sans"/>
                <a:ea typeface="Sofia Sans"/>
                <a:cs typeface="Sofia Sans"/>
                <a:sym typeface="Sofia Sans"/>
              </a:defRPr>
            </a:lvl6pPr>
            <a:lvl7pPr marL="3200400" lvl="6" indent="-317500">
              <a:lnSpc>
                <a:spcPct val="115000"/>
              </a:lnSpc>
              <a:spcBef>
                <a:spcPts val="0"/>
              </a:spcBef>
              <a:spcAft>
                <a:spcPts val="0"/>
              </a:spcAft>
              <a:buClr>
                <a:schemeClr val="dk1"/>
              </a:buClr>
              <a:buSzPts val="1400"/>
              <a:buFont typeface="Sofia Sans"/>
              <a:buChar char="●"/>
              <a:defRPr>
                <a:solidFill>
                  <a:schemeClr val="dk1"/>
                </a:solidFill>
                <a:latin typeface="Sofia Sans"/>
                <a:ea typeface="Sofia Sans"/>
                <a:cs typeface="Sofia Sans"/>
                <a:sym typeface="Sofia Sans"/>
              </a:defRPr>
            </a:lvl7pPr>
            <a:lvl8pPr marL="3657600" lvl="7" indent="-317500">
              <a:lnSpc>
                <a:spcPct val="115000"/>
              </a:lnSpc>
              <a:spcBef>
                <a:spcPts val="0"/>
              </a:spcBef>
              <a:spcAft>
                <a:spcPts val="0"/>
              </a:spcAft>
              <a:buClr>
                <a:schemeClr val="dk1"/>
              </a:buClr>
              <a:buSzPts val="1400"/>
              <a:buFont typeface="Sofia Sans"/>
              <a:buChar char="○"/>
              <a:defRPr>
                <a:solidFill>
                  <a:schemeClr val="dk1"/>
                </a:solidFill>
                <a:latin typeface="Sofia Sans"/>
                <a:ea typeface="Sofia Sans"/>
                <a:cs typeface="Sofia Sans"/>
                <a:sym typeface="Sofia Sans"/>
              </a:defRPr>
            </a:lvl8pPr>
            <a:lvl9pPr marL="4114800" lvl="8" indent="-317500">
              <a:lnSpc>
                <a:spcPct val="115000"/>
              </a:lnSpc>
              <a:spcBef>
                <a:spcPts val="0"/>
              </a:spcBef>
              <a:spcAft>
                <a:spcPts val="0"/>
              </a:spcAft>
              <a:buClr>
                <a:schemeClr val="dk1"/>
              </a:buClr>
              <a:buSzPts val="1400"/>
              <a:buFont typeface="Sofia Sans"/>
              <a:buChar char="■"/>
              <a:defRPr>
                <a:solidFill>
                  <a:schemeClr val="dk1"/>
                </a:solidFill>
                <a:latin typeface="Sofia Sans"/>
                <a:ea typeface="Sofia Sans"/>
                <a:cs typeface="Sofia Sans"/>
                <a:sym typeface="Sofia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5" r:id="rId4"/>
    <p:sldLayoutId id="2147483657" r:id="rId5"/>
    <p:sldLayoutId id="2147483665" r:id="rId6"/>
    <p:sldLayoutId id="2147483666"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41.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43.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4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3">
          <a:extLst>
            <a:ext uri="{FF2B5EF4-FFF2-40B4-BE49-F238E27FC236}">
              <a16:creationId xmlns:a16="http://schemas.microsoft.com/office/drawing/2014/main" id="{43AD6A91-918A-F55E-CF39-669F8291B194}"/>
            </a:ext>
          </a:extLst>
        </p:cNvPr>
        <p:cNvGrpSpPr/>
        <p:nvPr/>
      </p:nvGrpSpPr>
      <p:grpSpPr>
        <a:xfrm>
          <a:off x="0" y="0"/>
          <a:ext cx="0" cy="0"/>
          <a:chOff x="0" y="0"/>
          <a:chExt cx="0" cy="0"/>
        </a:xfrm>
      </p:grpSpPr>
      <p:sp>
        <p:nvSpPr>
          <p:cNvPr id="304" name="Google Shape;304;p24">
            <a:extLst>
              <a:ext uri="{FF2B5EF4-FFF2-40B4-BE49-F238E27FC236}">
                <a16:creationId xmlns:a16="http://schemas.microsoft.com/office/drawing/2014/main" id="{6444F7ED-8EBD-2E97-4D34-35D4CAD52F82}"/>
              </a:ext>
            </a:extLst>
          </p:cNvPr>
          <p:cNvSpPr/>
          <p:nvPr/>
        </p:nvSpPr>
        <p:spPr>
          <a:xfrm>
            <a:off x="1843400" y="277775"/>
            <a:ext cx="6998503" cy="3441431"/>
          </a:xfrm>
          <a:custGeom>
            <a:avLst/>
            <a:gdLst/>
            <a:ahLst/>
            <a:cxnLst/>
            <a:rect l="l" t="t" r="r" b="b"/>
            <a:pathLst>
              <a:path w="22609" h="10401" fill="none" extrusionOk="0">
                <a:moveTo>
                  <a:pt x="19388" y="10401"/>
                </a:moveTo>
                <a:lnTo>
                  <a:pt x="19388" y="10401"/>
                </a:lnTo>
                <a:cubicBezTo>
                  <a:pt x="21897" y="10401"/>
                  <a:pt x="21897" y="10401"/>
                  <a:pt x="21897" y="10401"/>
                </a:cubicBezTo>
                <a:cubicBezTo>
                  <a:pt x="22292" y="10401"/>
                  <a:pt x="22609" y="10084"/>
                  <a:pt x="22609" y="9693"/>
                </a:cubicBezTo>
                <a:cubicBezTo>
                  <a:pt x="22609" y="478"/>
                  <a:pt x="22609" y="478"/>
                  <a:pt x="22609" y="478"/>
                </a:cubicBezTo>
                <a:cubicBezTo>
                  <a:pt x="22609" y="215"/>
                  <a:pt x="22394" y="0"/>
                  <a:pt x="22131" y="0"/>
                </a:cubicBezTo>
                <a:cubicBezTo>
                  <a:pt x="478" y="0"/>
                  <a:pt x="478" y="0"/>
                  <a:pt x="478" y="0"/>
                </a:cubicBezTo>
                <a:cubicBezTo>
                  <a:pt x="215" y="0"/>
                  <a:pt x="0" y="215"/>
                  <a:pt x="0" y="478"/>
                </a:cubicBezTo>
                <a:cubicBezTo>
                  <a:pt x="0" y="4670"/>
                  <a:pt x="0" y="4670"/>
                  <a:pt x="0" y="4670"/>
                </a:cubicBezTo>
              </a:path>
            </a:pathLst>
          </a:custGeom>
          <a:noFill/>
          <a:ln w="9525" cap="rnd" cmpd="sng">
            <a:solidFill>
              <a:schemeClr val="dk1"/>
            </a:solidFill>
            <a:prstDash val="solid"/>
            <a:round/>
            <a:headEnd type="none" w="sm" len="sm"/>
            <a:tailEnd type="none" w="sm" len="sm"/>
          </a:ln>
        </p:spPr>
        <p:txBody>
          <a:bodyPr spcFirstLastPara="1" wrap="square" lIns="92500" tIns="47500" rIns="92500" bIns="47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cxnSp>
        <p:nvCxnSpPr>
          <p:cNvPr id="305" name="Google Shape;305;p24">
            <a:extLst>
              <a:ext uri="{FF2B5EF4-FFF2-40B4-BE49-F238E27FC236}">
                <a16:creationId xmlns:a16="http://schemas.microsoft.com/office/drawing/2014/main" id="{CE77FC4C-6BAC-7068-51AE-3F51C053AC65}"/>
              </a:ext>
            </a:extLst>
          </p:cNvPr>
          <p:cNvCxnSpPr/>
          <p:nvPr/>
        </p:nvCxnSpPr>
        <p:spPr>
          <a:xfrm>
            <a:off x="-70025" y="2634675"/>
            <a:ext cx="1428900" cy="0"/>
          </a:xfrm>
          <a:prstGeom prst="straightConnector1">
            <a:avLst/>
          </a:prstGeom>
          <a:noFill/>
          <a:ln w="9525" cap="flat" cmpd="sng">
            <a:solidFill>
              <a:schemeClr val="dk1"/>
            </a:solidFill>
            <a:prstDash val="dash"/>
            <a:round/>
            <a:headEnd type="none" w="med" len="med"/>
            <a:tailEnd type="none" w="med" len="med"/>
          </a:ln>
        </p:spPr>
      </p:cxnSp>
      <p:grpSp>
        <p:nvGrpSpPr>
          <p:cNvPr id="306" name="Google Shape;306;p24">
            <a:extLst>
              <a:ext uri="{FF2B5EF4-FFF2-40B4-BE49-F238E27FC236}">
                <a16:creationId xmlns:a16="http://schemas.microsoft.com/office/drawing/2014/main" id="{CF984740-47B6-6D6F-AB63-02C6229D2ACE}"/>
              </a:ext>
            </a:extLst>
          </p:cNvPr>
          <p:cNvGrpSpPr/>
          <p:nvPr/>
        </p:nvGrpSpPr>
        <p:grpSpPr>
          <a:xfrm>
            <a:off x="1358887" y="1773851"/>
            <a:ext cx="1428900" cy="1721660"/>
            <a:chOff x="1141350" y="1773851"/>
            <a:chExt cx="1428900" cy="1721660"/>
          </a:xfrm>
        </p:grpSpPr>
        <p:sp>
          <p:nvSpPr>
            <p:cNvPr id="307" name="Google Shape;307;p24">
              <a:extLst>
                <a:ext uri="{FF2B5EF4-FFF2-40B4-BE49-F238E27FC236}">
                  <a16:creationId xmlns:a16="http://schemas.microsoft.com/office/drawing/2014/main" id="{5D931C88-A6B0-3021-1918-CDD4A79C1417}"/>
                </a:ext>
              </a:extLst>
            </p:cNvPr>
            <p:cNvSpPr/>
            <p:nvPr/>
          </p:nvSpPr>
          <p:spPr>
            <a:xfrm>
              <a:off x="1706078" y="2474758"/>
              <a:ext cx="810050" cy="945338"/>
            </a:xfrm>
            <a:custGeom>
              <a:avLst/>
              <a:gdLst/>
              <a:ahLst/>
              <a:cxnLst/>
              <a:rect l="l" t="t" r="r" b="b"/>
              <a:pathLst>
                <a:path w="1826" h="2131" extrusionOk="0">
                  <a:moveTo>
                    <a:pt x="1704" y="2131"/>
                  </a:moveTo>
                  <a:lnTo>
                    <a:pt x="1704" y="2131"/>
                  </a:lnTo>
                  <a:cubicBezTo>
                    <a:pt x="123" y="2131"/>
                    <a:pt x="123" y="2131"/>
                    <a:pt x="123" y="2131"/>
                  </a:cubicBezTo>
                  <a:cubicBezTo>
                    <a:pt x="47" y="2131"/>
                    <a:pt x="0" y="2086"/>
                    <a:pt x="0" y="2009"/>
                  </a:cubicBezTo>
                  <a:cubicBezTo>
                    <a:pt x="0" y="1656"/>
                    <a:pt x="0" y="1656"/>
                    <a:pt x="0" y="1656"/>
                  </a:cubicBezTo>
                  <a:cubicBezTo>
                    <a:pt x="0" y="1625"/>
                    <a:pt x="16" y="1610"/>
                    <a:pt x="47" y="1610"/>
                  </a:cubicBezTo>
                  <a:cubicBezTo>
                    <a:pt x="62" y="1610"/>
                    <a:pt x="78" y="1625"/>
                    <a:pt x="78" y="1656"/>
                  </a:cubicBezTo>
                  <a:cubicBezTo>
                    <a:pt x="78" y="2009"/>
                    <a:pt x="78" y="2009"/>
                    <a:pt x="78" y="2009"/>
                  </a:cubicBezTo>
                  <a:cubicBezTo>
                    <a:pt x="78" y="2040"/>
                    <a:pt x="93" y="2055"/>
                    <a:pt x="123" y="2055"/>
                  </a:cubicBezTo>
                  <a:cubicBezTo>
                    <a:pt x="1704" y="2055"/>
                    <a:pt x="1704" y="2055"/>
                    <a:pt x="1704" y="2055"/>
                  </a:cubicBezTo>
                  <a:cubicBezTo>
                    <a:pt x="1719" y="2055"/>
                    <a:pt x="1735" y="2040"/>
                    <a:pt x="1735" y="2009"/>
                  </a:cubicBezTo>
                  <a:cubicBezTo>
                    <a:pt x="1735" y="46"/>
                    <a:pt x="1735" y="46"/>
                    <a:pt x="1735" y="46"/>
                  </a:cubicBezTo>
                  <a:cubicBezTo>
                    <a:pt x="1735" y="31"/>
                    <a:pt x="1764" y="0"/>
                    <a:pt x="1780" y="0"/>
                  </a:cubicBezTo>
                  <a:cubicBezTo>
                    <a:pt x="1811" y="0"/>
                    <a:pt x="1826" y="31"/>
                    <a:pt x="1826" y="46"/>
                  </a:cubicBezTo>
                  <a:cubicBezTo>
                    <a:pt x="1826" y="2009"/>
                    <a:pt x="1826" y="2009"/>
                    <a:pt x="1826" y="2009"/>
                  </a:cubicBezTo>
                  <a:cubicBezTo>
                    <a:pt x="1826" y="2086"/>
                    <a:pt x="1764" y="2131"/>
                    <a:pt x="1704" y="2131"/>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8" name="Google Shape;308;p24">
              <a:extLst>
                <a:ext uri="{FF2B5EF4-FFF2-40B4-BE49-F238E27FC236}">
                  <a16:creationId xmlns:a16="http://schemas.microsoft.com/office/drawing/2014/main" id="{F0631DF5-1C66-D15B-7053-96065F2D061B}"/>
                </a:ext>
              </a:extLst>
            </p:cNvPr>
            <p:cNvSpPr/>
            <p:nvPr/>
          </p:nvSpPr>
          <p:spPr>
            <a:xfrm>
              <a:off x="1141350" y="1773851"/>
              <a:ext cx="952896" cy="1503403"/>
            </a:xfrm>
            <a:custGeom>
              <a:avLst/>
              <a:gdLst/>
              <a:ahLst/>
              <a:cxnLst/>
              <a:rect l="l" t="t" r="r" b="b"/>
              <a:pathLst>
                <a:path w="2148" h="3389" extrusionOk="0">
                  <a:moveTo>
                    <a:pt x="2148" y="3190"/>
                  </a:moveTo>
                  <a:lnTo>
                    <a:pt x="2148" y="3190"/>
                  </a:lnTo>
                  <a:cubicBezTo>
                    <a:pt x="2148" y="3298"/>
                    <a:pt x="2056" y="3389"/>
                    <a:pt x="1933" y="3389"/>
                  </a:cubicBezTo>
                  <a:cubicBezTo>
                    <a:pt x="215" y="3389"/>
                    <a:pt x="215" y="3389"/>
                    <a:pt x="215" y="3389"/>
                  </a:cubicBezTo>
                  <a:cubicBezTo>
                    <a:pt x="92" y="3389"/>
                    <a:pt x="0" y="3298"/>
                    <a:pt x="0" y="3190"/>
                  </a:cubicBezTo>
                  <a:cubicBezTo>
                    <a:pt x="0" y="200"/>
                    <a:pt x="0" y="200"/>
                    <a:pt x="0" y="200"/>
                  </a:cubicBezTo>
                  <a:cubicBezTo>
                    <a:pt x="0" y="93"/>
                    <a:pt x="92" y="0"/>
                    <a:pt x="215" y="0"/>
                  </a:cubicBezTo>
                  <a:cubicBezTo>
                    <a:pt x="1933" y="0"/>
                    <a:pt x="1933" y="0"/>
                    <a:pt x="1933" y="0"/>
                  </a:cubicBezTo>
                  <a:cubicBezTo>
                    <a:pt x="2056" y="0"/>
                    <a:pt x="2148" y="93"/>
                    <a:pt x="2148" y="200"/>
                  </a:cubicBezTo>
                  <a:lnTo>
                    <a:pt x="2148" y="3190"/>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9" name="Google Shape;309;p24">
              <a:extLst>
                <a:ext uri="{FF2B5EF4-FFF2-40B4-BE49-F238E27FC236}">
                  <a16:creationId xmlns:a16="http://schemas.microsoft.com/office/drawing/2014/main" id="{AF7BEF2F-0D85-0523-00A7-B9D981BD4C49}"/>
                </a:ext>
              </a:extLst>
            </p:cNvPr>
            <p:cNvSpPr/>
            <p:nvPr/>
          </p:nvSpPr>
          <p:spPr>
            <a:xfrm>
              <a:off x="1529517" y="2549285"/>
              <a:ext cx="755485" cy="946225"/>
            </a:xfrm>
            <a:custGeom>
              <a:avLst/>
              <a:gdLst/>
              <a:ahLst/>
              <a:cxnLst/>
              <a:rect l="l" t="t" r="r" b="b"/>
              <a:pathLst>
                <a:path w="1703" h="2133" extrusionOk="0">
                  <a:moveTo>
                    <a:pt x="1580" y="2133"/>
                  </a:moveTo>
                  <a:lnTo>
                    <a:pt x="1580" y="2133"/>
                  </a:lnTo>
                  <a:cubicBezTo>
                    <a:pt x="122" y="2133"/>
                    <a:pt x="122" y="2133"/>
                    <a:pt x="122" y="2133"/>
                  </a:cubicBezTo>
                  <a:cubicBezTo>
                    <a:pt x="60" y="2133"/>
                    <a:pt x="0" y="2071"/>
                    <a:pt x="0" y="2009"/>
                  </a:cubicBezTo>
                  <a:cubicBezTo>
                    <a:pt x="0" y="1657"/>
                    <a:pt x="0" y="1657"/>
                    <a:pt x="0" y="1657"/>
                  </a:cubicBezTo>
                  <a:cubicBezTo>
                    <a:pt x="0" y="1626"/>
                    <a:pt x="15" y="1611"/>
                    <a:pt x="46" y="1611"/>
                  </a:cubicBezTo>
                  <a:cubicBezTo>
                    <a:pt x="60" y="1611"/>
                    <a:pt x="77" y="1626"/>
                    <a:pt x="77" y="1657"/>
                  </a:cubicBezTo>
                  <a:cubicBezTo>
                    <a:pt x="77" y="2009"/>
                    <a:pt x="77" y="2009"/>
                    <a:pt x="77" y="2009"/>
                  </a:cubicBezTo>
                  <a:cubicBezTo>
                    <a:pt x="77" y="2025"/>
                    <a:pt x="108" y="2040"/>
                    <a:pt x="122" y="2040"/>
                  </a:cubicBezTo>
                  <a:cubicBezTo>
                    <a:pt x="1580" y="2040"/>
                    <a:pt x="1580" y="2040"/>
                    <a:pt x="1580" y="2040"/>
                  </a:cubicBezTo>
                  <a:cubicBezTo>
                    <a:pt x="1595" y="2040"/>
                    <a:pt x="1626" y="2025"/>
                    <a:pt x="1626" y="2009"/>
                  </a:cubicBezTo>
                  <a:cubicBezTo>
                    <a:pt x="1626" y="46"/>
                    <a:pt x="1626" y="46"/>
                    <a:pt x="1626" y="46"/>
                  </a:cubicBezTo>
                  <a:cubicBezTo>
                    <a:pt x="1626" y="15"/>
                    <a:pt x="1641" y="0"/>
                    <a:pt x="1657" y="0"/>
                  </a:cubicBezTo>
                  <a:cubicBezTo>
                    <a:pt x="1686" y="0"/>
                    <a:pt x="1703" y="15"/>
                    <a:pt x="1703" y="46"/>
                  </a:cubicBezTo>
                  <a:cubicBezTo>
                    <a:pt x="1703" y="2009"/>
                    <a:pt x="1703" y="2009"/>
                    <a:pt x="1703" y="2009"/>
                  </a:cubicBezTo>
                  <a:cubicBezTo>
                    <a:pt x="1703" y="2071"/>
                    <a:pt x="1641" y="2133"/>
                    <a:pt x="1580" y="2133"/>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0" name="Google Shape;310;p24">
              <a:extLst>
                <a:ext uri="{FF2B5EF4-FFF2-40B4-BE49-F238E27FC236}">
                  <a16:creationId xmlns:a16="http://schemas.microsoft.com/office/drawing/2014/main" id="{500BD8D7-B0F1-2871-E140-6E3A43B8BF55}"/>
                </a:ext>
              </a:extLst>
            </p:cNvPr>
            <p:cNvSpPr/>
            <p:nvPr/>
          </p:nvSpPr>
          <p:spPr>
            <a:xfrm>
              <a:off x="2257498" y="1984566"/>
              <a:ext cx="19963" cy="272822"/>
            </a:xfrm>
            <a:custGeom>
              <a:avLst/>
              <a:gdLst/>
              <a:ahLst/>
              <a:cxnLst/>
              <a:rect l="l" t="t" r="r" b="b"/>
              <a:pathLst>
                <a:path w="45" h="615" extrusionOk="0">
                  <a:moveTo>
                    <a:pt x="45" y="584"/>
                  </a:moveTo>
                  <a:lnTo>
                    <a:pt x="45" y="584"/>
                  </a:lnTo>
                  <a:cubicBezTo>
                    <a:pt x="45" y="598"/>
                    <a:pt x="45" y="615"/>
                    <a:pt x="31" y="615"/>
                  </a:cubicBezTo>
                  <a:lnTo>
                    <a:pt x="31" y="615"/>
                  </a:lnTo>
                  <a:cubicBezTo>
                    <a:pt x="16" y="615"/>
                    <a:pt x="0" y="598"/>
                    <a:pt x="0" y="584"/>
                  </a:cubicBezTo>
                  <a:cubicBezTo>
                    <a:pt x="0" y="31"/>
                    <a:pt x="0" y="31"/>
                    <a:pt x="0" y="31"/>
                  </a:cubicBezTo>
                  <a:cubicBezTo>
                    <a:pt x="0" y="17"/>
                    <a:pt x="16" y="0"/>
                    <a:pt x="31" y="0"/>
                  </a:cubicBezTo>
                  <a:lnTo>
                    <a:pt x="31" y="0"/>
                  </a:lnTo>
                  <a:cubicBezTo>
                    <a:pt x="45" y="0"/>
                    <a:pt x="45" y="17"/>
                    <a:pt x="45" y="31"/>
                  </a:cubicBezTo>
                  <a:lnTo>
                    <a:pt x="45" y="584"/>
                  </a:lnTo>
                  <a:close/>
                </a:path>
              </a:pathLst>
            </a:custGeom>
            <a:solidFill>
              <a:schemeClr val="accent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1" name="Google Shape;311;p24">
              <a:extLst>
                <a:ext uri="{FF2B5EF4-FFF2-40B4-BE49-F238E27FC236}">
                  <a16:creationId xmlns:a16="http://schemas.microsoft.com/office/drawing/2014/main" id="{2CB33768-694A-D771-5792-BC1D9BD1A7E3}"/>
                </a:ext>
              </a:extLst>
            </p:cNvPr>
            <p:cNvSpPr/>
            <p:nvPr/>
          </p:nvSpPr>
          <p:spPr>
            <a:xfrm>
              <a:off x="2230437" y="2141605"/>
              <a:ext cx="74528" cy="448492"/>
            </a:xfrm>
            <a:custGeom>
              <a:avLst/>
              <a:gdLst/>
              <a:ahLst/>
              <a:cxnLst/>
              <a:rect l="l" t="t" r="r" b="b"/>
              <a:pathLst>
                <a:path w="168" h="1011" extrusionOk="0">
                  <a:moveTo>
                    <a:pt x="168" y="934"/>
                  </a:moveTo>
                  <a:lnTo>
                    <a:pt x="168" y="934"/>
                  </a:lnTo>
                  <a:cubicBezTo>
                    <a:pt x="168" y="980"/>
                    <a:pt x="137" y="1011"/>
                    <a:pt x="92" y="1011"/>
                  </a:cubicBezTo>
                  <a:cubicBezTo>
                    <a:pt x="77" y="1011"/>
                    <a:pt x="77" y="1011"/>
                    <a:pt x="77" y="1011"/>
                  </a:cubicBezTo>
                  <a:cubicBezTo>
                    <a:pt x="30" y="1011"/>
                    <a:pt x="0" y="980"/>
                    <a:pt x="0" y="934"/>
                  </a:cubicBezTo>
                  <a:cubicBezTo>
                    <a:pt x="0" y="76"/>
                    <a:pt x="0" y="76"/>
                    <a:pt x="0" y="76"/>
                  </a:cubicBezTo>
                  <a:cubicBezTo>
                    <a:pt x="0" y="31"/>
                    <a:pt x="30" y="0"/>
                    <a:pt x="77" y="0"/>
                  </a:cubicBezTo>
                  <a:cubicBezTo>
                    <a:pt x="92" y="0"/>
                    <a:pt x="92" y="0"/>
                    <a:pt x="92" y="0"/>
                  </a:cubicBezTo>
                  <a:cubicBezTo>
                    <a:pt x="137" y="0"/>
                    <a:pt x="168" y="31"/>
                    <a:pt x="168" y="76"/>
                  </a:cubicBezTo>
                  <a:lnTo>
                    <a:pt x="168" y="934"/>
                  </a:ln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2" name="Google Shape;312;p24">
              <a:extLst>
                <a:ext uri="{FF2B5EF4-FFF2-40B4-BE49-F238E27FC236}">
                  <a16:creationId xmlns:a16="http://schemas.microsoft.com/office/drawing/2014/main" id="{8A2C9FA9-7CE7-14E7-E979-F349961E6DD3}"/>
                </a:ext>
              </a:extLst>
            </p:cNvPr>
            <p:cNvSpPr/>
            <p:nvPr/>
          </p:nvSpPr>
          <p:spPr>
            <a:xfrm>
              <a:off x="2182969" y="2223230"/>
              <a:ext cx="169906" cy="47910"/>
            </a:xfrm>
            <a:custGeom>
              <a:avLst/>
              <a:gdLst/>
              <a:ahLst/>
              <a:cxnLst/>
              <a:rect l="l" t="t" r="r" b="b"/>
              <a:pathLst>
                <a:path w="383" h="108" extrusionOk="0">
                  <a:moveTo>
                    <a:pt x="383" y="60"/>
                  </a:moveTo>
                  <a:lnTo>
                    <a:pt x="383" y="60"/>
                  </a:lnTo>
                  <a:cubicBezTo>
                    <a:pt x="383" y="77"/>
                    <a:pt x="352" y="108"/>
                    <a:pt x="337" y="108"/>
                  </a:cubicBezTo>
                  <a:cubicBezTo>
                    <a:pt x="60" y="108"/>
                    <a:pt x="60" y="108"/>
                    <a:pt x="60" y="108"/>
                  </a:cubicBezTo>
                  <a:cubicBezTo>
                    <a:pt x="29" y="108"/>
                    <a:pt x="0" y="77"/>
                    <a:pt x="0" y="60"/>
                  </a:cubicBezTo>
                  <a:lnTo>
                    <a:pt x="0" y="60"/>
                  </a:lnTo>
                  <a:cubicBezTo>
                    <a:pt x="0" y="31"/>
                    <a:pt x="29" y="0"/>
                    <a:pt x="60" y="0"/>
                  </a:cubicBezTo>
                  <a:cubicBezTo>
                    <a:pt x="337" y="0"/>
                    <a:pt x="337" y="0"/>
                    <a:pt x="337" y="0"/>
                  </a:cubicBezTo>
                  <a:cubicBezTo>
                    <a:pt x="352" y="0"/>
                    <a:pt x="383" y="31"/>
                    <a:pt x="383" y="60"/>
                  </a:cubicBezTo>
                  <a:close/>
                </a:path>
              </a:pathLst>
            </a:custGeom>
            <a:solidFill>
              <a:schemeClr val="accent5"/>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3" name="Google Shape;313;p24">
              <a:extLst>
                <a:ext uri="{FF2B5EF4-FFF2-40B4-BE49-F238E27FC236}">
                  <a16:creationId xmlns:a16="http://schemas.microsoft.com/office/drawing/2014/main" id="{2141BAE5-358B-8708-3D1E-5173221B9976}"/>
                </a:ext>
              </a:extLst>
            </p:cNvPr>
            <p:cNvSpPr/>
            <p:nvPr/>
          </p:nvSpPr>
          <p:spPr>
            <a:xfrm>
              <a:off x="2481969" y="1930446"/>
              <a:ext cx="20407" cy="272378"/>
            </a:xfrm>
            <a:custGeom>
              <a:avLst/>
              <a:gdLst/>
              <a:ahLst/>
              <a:cxnLst/>
              <a:rect l="l" t="t" r="r" b="b"/>
              <a:pathLst>
                <a:path w="46" h="614" extrusionOk="0">
                  <a:moveTo>
                    <a:pt x="46" y="583"/>
                  </a:moveTo>
                  <a:lnTo>
                    <a:pt x="46" y="583"/>
                  </a:lnTo>
                  <a:cubicBezTo>
                    <a:pt x="46" y="598"/>
                    <a:pt x="31" y="614"/>
                    <a:pt x="15" y="614"/>
                  </a:cubicBezTo>
                  <a:lnTo>
                    <a:pt x="15" y="614"/>
                  </a:lnTo>
                  <a:cubicBezTo>
                    <a:pt x="0" y="614"/>
                    <a:pt x="0" y="598"/>
                    <a:pt x="0" y="583"/>
                  </a:cubicBezTo>
                  <a:cubicBezTo>
                    <a:pt x="0" y="31"/>
                    <a:pt x="0" y="31"/>
                    <a:pt x="0" y="31"/>
                  </a:cubicBezTo>
                  <a:cubicBezTo>
                    <a:pt x="0" y="15"/>
                    <a:pt x="0" y="0"/>
                    <a:pt x="15" y="0"/>
                  </a:cubicBezTo>
                  <a:lnTo>
                    <a:pt x="15" y="0"/>
                  </a:lnTo>
                  <a:cubicBezTo>
                    <a:pt x="31" y="0"/>
                    <a:pt x="46" y="15"/>
                    <a:pt x="46" y="31"/>
                  </a:cubicBezTo>
                  <a:lnTo>
                    <a:pt x="46" y="583"/>
                  </a:lnTo>
                  <a:close/>
                </a:path>
              </a:pathLst>
            </a:custGeom>
            <a:solidFill>
              <a:schemeClr val="accent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4" name="Google Shape;314;p24">
              <a:extLst>
                <a:ext uri="{FF2B5EF4-FFF2-40B4-BE49-F238E27FC236}">
                  <a16:creationId xmlns:a16="http://schemas.microsoft.com/office/drawing/2014/main" id="{7A9CD6E2-6DA3-058D-62F2-3A4D338230EC}"/>
                </a:ext>
              </a:extLst>
            </p:cNvPr>
            <p:cNvSpPr/>
            <p:nvPr/>
          </p:nvSpPr>
          <p:spPr>
            <a:xfrm>
              <a:off x="2454909" y="2086597"/>
              <a:ext cx="74972" cy="449379"/>
            </a:xfrm>
            <a:custGeom>
              <a:avLst/>
              <a:gdLst/>
              <a:ahLst/>
              <a:cxnLst/>
              <a:rect l="l" t="t" r="r" b="b"/>
              <a:pathLst>
                <a:path w="169" h="1013" extrusionOk="0">
                  <a:moveTo>
                    <a:pt x="169" y="937"/>
                  </a:moveTo>
                  <a:lnTo>
                    <a:pt x="169" y="937"/>
                  </a:lnTo>
                  <a:cubicBezTo>
                    <a:pt x="169" y="982"/>
                    <a:pt x="123" y="1013"/>
                    <a:pt x="92" y="1013"/>
                  </a:cubicBezTo>
                  <a:cubicBezTo>
                    <a:pt x="76" y="1013"/>
                    <a:pt x="76" y="1013"/>
                    <a:pt x="76" y="1013"/>
                  </a:cubicBezTo>
                  <a:cubicBezTo>
                    <a:pt x="31" y="1013"/>
                    <a:pt x="0" y="982"/>
                    <a:pt x="0" y="937"/>
                  </a:cubicBezTo>
                  <a:cubicBezTo>
                    <a:pt x="0" y="78"/>
                    <a:pt x="0" y="78"/>
                    <a:pt x="0" y="78"/>
                  </a:cubicBezTo>
                  <a:cubicBezTo>
                    <a:pt x="0" y="31"/>
                    <a:pt x="31" y="0"/>
                    <a:pt x="76" y="0"/>
                  </a:cubicBezTo>
                  <a:cubicBezTo>
                    <a:pt x="92" y="0"/>
                    <a:pt x="92" y="0"/>
                    <a:pt x="92" y="0"/>
                  </a:cubicBezTo>
                  <a:cubicBezTo>
                    <a:pt x="123" y="0"/>
                    <a:pt x="169" y="31"/>
                    <a:pt x="169" y="78"/>
                  </a:cubicBezTo>
                  <a:lnTo>
                    <a:pt x="169" y="937"/>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5" name="Google Shape;315;p24">
              <a:extLst>
                <a:ext uri="{FF2B5EF4-FFF2-40B4-BE49-F238E27FC236}">
                  <a16:creationId xmlns:a16="http://schemas.microsoft.com/office/drawing/2014/main" id="{0955B12A-EBBF-8A46-B66D-7441BE16EE22}"/>
                </a:ext>
              </a:extLst>
            </p:cNvPr>
            <p:cNvSpPr/>
            <p:nvPr/>
          </p:nvSpPr>
          <p:spPr>
            <a:xfrm>
              <a:off x="2406998" y="2168222"/>
              <a:ext cx="163252" cy="47910"/>
            </a:xfrm>
            <a:custGeom>
              <a:avLst/>
              <a:gdLst/>
              <a:ahLst/>
              <a:cxnLst/>
              <a:rect l="l" t="t" r="r" b="b"/>
              <a:pathLst>
                <a:path w="368" h="108" extrusionOk="0">
                  <a:moveTo>
                    <a:pt x="368" y="62"/>
                  </a:moveTo>
                  <a:lnTo>
                    <a:pt x="368" y="62"/>
                  </a:lnTo>
                  <a:cubicBezTo>
                    <a:pt x="368" y="78"/>
                    <a:pt x="354" y="108"/>
                    <a:pt x="323" y="108"/>
                  </a:cubicBezTo>
                  <a:cubicBezTo>
                    <a:pt x="47" y="108"/>
                    <a:pt x="47" y="108"/>
                    <a:pt x="47" y="108"/>
                  </a:cubicBezTo>
                  <a:cubicBezTo>
                    <a:pt x="16" y="108"/>
                    <a:pt x="0" y="78"/>
                    <a:pt x="0" y="62"/>
                  </a:cubicBezTo>
                  <a:lnTo>
                    <a:pt x="0" y="62"/>
                  </a:lnTo>
                  <a:cubicBezTo>
                    <a:pt x="0" y="31"/>
                    <a:pt x="16" y="0"/>
                    <a:pt x="47" y="0"/>
                  </a:cubicBezTo>
                  <a:cubicBezTo>
                    <a:pt x="323" y="0"/>
                    <a:pt x="323" y="0"/>
                    <a:pt x="323" y="0"/>
                  </a:cubicBezTo>
                  <a:cubicBezTo>
                    <a:pt x="354" y="0"/>
                    <a:pt x="368" y="31"/>
                    <a:pt x="368" y="62"/>
                  </a:cubicBezTo>
                  <a:close/>
                </a:path>
              </a:pathLst>
            </a:custGeom>
            <a:solidFill>
              <a:schemeClr val="accent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6" name="Google Shape;316;p24">
              <a:extLst>
                <a:ext uri="{FF2B5EF4-FFF2-40B4-BE49-F238E27FC236}">
                  <a16:creationId xmlns:a16="http://schemas.microsoft.com/office/drawing/2014/main" id="{485312C6-07C4-F71B-33DF-27B9E3B5B2FF}"/>
                </a:ext>
              </a:extLst>
            </p:cNvPr>
            <p:cNvSpPr/>
            <p:nvPr/>
          </p:nvSpPr>
          <p:spPr>
            <a:xfrm>
              <a:off x="1460756" y="3243094"/>
              <a:ext cx="157041" cy="89166"/>
            </a:xfrm>
            <a:custGeom>
              <a:avLst/>
              <a:gdLst/>
              <a:ahLst/>
              <a:cxnLst/>
              <a:rect l="l" t="t" r="r" b="b"/>
              <a:pathLst>
                <a:path w="354" h="201" extrusionOk="0">
                  <a:moveTo>
                    <a:pt x="354" y="124"/>
                  </a:moveTo>
                  <a:lnTo>
                    <a:pt x="354" y="124"/>
                  </a:lnTo>
                  <a:cubicBezTo>
                    <a:pt x="354" y="170"/>
                    <a:pt x="323" y="201"/>
                    <a:pt x="277" y="201"/>
                  </a:cubicBezTo>
                  <a:cubicBezTo>
                    <a:pt x="79" y="201"/>
                    <a:pt x="79" y="201"/>
                    <a:pt x="79" y="201"/>
                  </a:cubicBezTo>
                  <a:cubicBezTo>
                    <a:pt x="31" y="201"/>
                    <a:pt x="0" y="170"/>
                    <a:pt x="0" y="124"/>
                  </a:cubicBezTo>
                  <a:cubicBezTo>
                    <a:pt x="0" y="77"/>
                    <a:pt x="0" y="77"/>
                    <a:pt x="0" y="77"/>
                  </a:cubicBezTo>
                  <a:cubicBezTo>
                    <a:pt x="0" y="31"/>
                    <a:pt x="31" y="0"/>
                    <a:pt x="79" y="0"/>
                  </a:cubicBezTo>
                  <a:cubicBezTo>
                    <a:pt x="277" y="0"/>
                    <a:pt x="277" y="0"/>
                    <a:pt x="277" y="0"/>
                  </a:cubicBezTo>
                  <a:cubicBezTo>
                    <a:pt x="323" y="0"/>
                    <a:pt x="354" y="31"/>
                    <a:pt x="354" y="77"/>
                  </a:cubicBezTo>
                  <a:lnTo>
                    <a:pt x="354" y="124"/>
                  </a:lnTo>
                  <a:close/>
                </a:path>
              </a:pathLst>
            </a:custGeom>
            <a:solidFill>
              <a:schemeClr val="accent4"/>
            </a:solidFill>
            <a:ln>
              <a:noFill/>
            </a:ln>
          </p:spPr>
          <p:txBody>
            <a:bodyPr spcFirstLastPara="1" wrap="square" lIns="90000" tIns="27350" rIns="90000" bIns="273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7" name="Google Shape;317;p24">
              <a:extLst>
                <a:ext uri="{FF2B5EF4-FFF2-40B4-BE49-F238E27FC236}">
                  <a16:creationId xmlns:a16="http://schemas.microsoft.com/office/drawing/2014/main" id="{64C04FE6-01F5-8AEB-C6D2-218F37ED22AD}"/>
                </a:ext>
              </a:extLst>
            </p:cNvPr>
            <p:cNvSpPr/>
            <p:nvPr/>
          </p:nvSpPr>
          <p:spPr>
            <a:xfrm>
              <a:off x="1645302" y="3243094"/>
              <a:ext cx="156154" cy="89166"/>
            </a:xfrm>
            <a:custGeom>
              <a:avLst/>
              <a:gdLst/>
              <a:ahLst/>
              <a:cxnLst/>
              <a:rect l="l" t="t" r="r" b="b"/>
              <a:pathLst>
                <a:path w="352" h="201" extrusionOk="0">
                  <a:moveTo>
                    <a:pt x="352" y="124"/>
                  </a:moveTo>
                  <a:lnTo>
                    <a:pt x="352" y="124"/>
                  </a:lnTo>
                  <a:cubicBezTo>
                    <a:pt x="352" y="170"/>
                    <a:pt x="306" y="201"/>
                    <a:pt x="275" y="201"/>
                  </a:cubicBezTo>
                  <a:cubicBezTo>
                    <a:pt x="76" y="201"/>
                    <a:pt x="76" y="201"/>
                    <a:pt x="76" y="201"/>
                  </a:cubicBezTo>
                  <a:cubicBezTo>
                    <a:pt x="31" y="201"/>
                    <a:pt x="0" y="170"/>
                    <a:pt x="0" y="124"/>
                  </a:cubicBezTo>
                  <a:cubicBezTo>
                    <a:pt x="0" y="77"/>
                    <a:pt x="0" y="77"/>
                    <a:pt x="0" y="77"/>
                  </a:cubicBezTo>
                  <a:cubicBezTo>
                    <a:pt x="0" y="31"/>
                    <a:pt x="31" y="0"/>
                    <a:pt x="76" y="0"/>
                  </a:cubicBezTo>
                  <a:cubicBezTo>
                    <a:pt x="275" y="0"/>
                    <a:pt x="275" y="0"/>
                    <a:pt x="275" y="0"/>
                  </a:cubicBezTo>
                  <a:cubicBezTo>
                    <a:pt x="306" y="0"/>
                    <a:pt x="352" y="31"/>
                    <a:pt x="352" y="77"/>
                  </a:cubicBezTo>
                  <a:lnTo>
                    <a:pt x="352" y="124"/>
                  </a:lnTo>
                  <a:close/>
                </a:path>
              </a:pathLst>
            </a:custGeom>
            <a:solidFill>
              <a:schemeClr val="accent4"/>
            </a:solidFill>
            <a:ln>
              <a:noFill/>
            </a:ln>
          </p:spPr>
          <p:txBody>
            <a:bodyPr spcFirstLastPara="1" wrap="square" lIns="90000" tIns="27350" rIns="90000" bIns="273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8" name="Google Shape;318;p24">
              <a:extLst>
                <a:ext uri="{FF2B5EF4-FFF2-40B4-BE49-F238E27FC236}">
                  <a16:creationId xmlns:a16="http://schemas.microsoft.com/office/drawing/2014/main" id="{EE1835B7-98FA-A223-28F4-09F09A794327}"/>
                </a:ext>
              </a:extLst>
            </p:cNvPr>
            <p:cNvSpPr/>
            <p:nvPr/>
          </p:nvSpPr>
          <p:spPr>
            <a:xfrm>
              <a:off x="1229630" y="1862573"/>
              <a:ext cx="776335" cy="428530"/>
            </a:xfrm>
            <a:custGeom>
              <a:avLst/>
              <a:gdLst/>
              <a:ahLst/>
              <a:cxnLst/>
              <a:rect l="l" t="t" r="r" b="b"/>
              <a:pathLst>
                <a:path w="1750" h="966" extrusionOk="0">
                  <a:moveTo>
                    <a:pt x="1750" y="904"/>
                  </a:moveTo>
                  <a:lnTo>
                    <a:pt x="1750" y="904"/>
                  </a:lnTo>
                  <a:cubicBezTo>
                    <a:pt x="1750" y="935"/>
                    <a:pt x="1719" y="966"/>
                    <a:pt x="1688" y="966"/>
                  </a:cubicBezTo>
                  <a:cubicBezTo>
                    <a:pt x="62" y="966"/>
                    <a:pt x="62" y="966"/>
                    <a:pt x="62" y="966"/>
                  </a:cubicBezTo>
                  <a:cubicBezTo>
                    <a:pt x="31" y="966"/>
                    <a:pt x="0" y="935"/>
                    <a:pt x="0" y="904"/>
                  </a:cubicBezTo>
                  <a:cubicBezTo>
                    <a:pt x="0" y="60"/>
                    <a:pt x="0" y="60"/>
                    <a:pt x="0" y="60"/>
                  </a:cubicBezTo>
                  <a:cubicBezTo>
                    <a:pt x="0" y="31"/>
                    <a:pt x="31" y="0"/>
                    <a:pt x="62" y="0"/>
                  </a:cubicBezTo>
                  <a:cubicBezTo>
                    <a:pt x="1688" y="0"/>
                    <a:pt x="1688" y="0"/>
                    <a:pt x="1688" y="0"/>
                  </a:cubicBezTo>
                  <a:cubicBezTo>
                    <a:pt x="1719" y="0"/>
                    <a:pt x="1750" y="31"/>
                    <a:pt x="1750" y="60"/>
                  </a:cubicBezTo>
                  <a:lnTo>
                    <a:pt x="1750" y="904"/>
                  </a:lnTo>
                  <a:close/>
                </a:path>
              </a:pathLst>
            </a:custGeom>
            <a:solidFill>
              <a:schemeClr val="accent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9" name="Google Shape;319;p24">
              <a:extLst>
                <a:ext uri="{FF2B5EF4-FFF2-40B4-BE49-F238E27FC236}">
                  <a16:creationId xmlns:a16="http://schemas.microsoft.com/office/drawing/2014/main" id="{DF1087AA-E96E-8E1F-4CC2-90A13BB04B60}"/>
                </a:ext>
              </a:extLst>
            </p:cNvPr>
            <p:cNvSpPr/>
            <p:nvPr/>
          </p:nvSpPr>
          <p:spPr>
            <a:xfrm>
              <a:off x="1318354" y="2454352"/>
              <a:ext cx="592233" cy="591779"/>
            </a:xfrm>
            <a:custGeom>
              <a:avLst/>
              <a:gdLst/>
              <a:ahLst/>
              <a:cxnLst/>
              <a:rect l="l" t="t" r="r" b="b"/>
              <a:pathLst>
                <a:path w="1335" h="1334" extrusionOk="0">
                  <a:moveTo>
                    <a:pt x="1335" y="674"/>
                  </a:moveTo>
                  <a:lnTo>
                    <a:pt x="1335" y="674"/>
                  </a:lnTo>
                  <a:cubicBezTo>
                    <a:pt x="1335" y="1042"/>
                    <a:pt x="1043" y="1334"/>
                    <a:pt x="675" y="1334"/>
                  </a:cubicBezTo>
                  <a:cubicBezTo>
                    <a:pt x="307" y="1334"/>
                    <a:pt x="0" y="1042"/>
                    <a:pt x="0" y="674"/>
                  </a:cubicBezTo>
                  <a:cubicBezTo>
                    <a:pt x="0" y="306"/>
                    <a:pt x="307" y="0"/>
                    <a:pt x="675" y="0"/>
                  </a:cubicBezTo>
                  <a:cubicBezTo>
                    <a:pt x="1043" y="0"/>
                    <a:pt x="1335" y="306"/>
                    <a:pt x="1335" y="674"/>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0" name="Google Shape;320;p24">
              <a:extLst>
                <a:ext uri="{FF2B5EF4-FFF2-40B4-BE49-F238E27FC236}">
                  <a16:creationId xmlns:a16="http://schemas.microsoft.com/office/drawing/2014/main" id="{BC130104-2BCD-5E4C-9980-18E734CB76C4}"/>
                </a:ext>
              </a:extLst>
            </p:cNvPr>
            <p:cNvSpPr/>
            <p:nvPr/>
          </p:nvSpPr>
          <p:spPr>
            <a:xfrm>
              <a:off x="1389777" y="2517345"/>
              <a:ext cx="464914" cy="464019"/>
            </a:xfrm>
            <a:custGeom>
              <a:avLst/>
              <a:gdLst/>
              <a:ahLst/>
              <a:cxnLst/>
              <a:rect l="l" t="t" r="r" b="b"/>
              <a:pathLst>
                <a:path w="1048" h="1046" extrusionOk="0">
                  <a:moveTo>
                    <a:pt x="299" y="1024"/>
                  </a:moveTo>
                  <a:lnTo>
                    <a:pt x="299" y="1024"/>
                  </a:lnTo>
                  <a:cubicBezTo>
                    <a:pt x="268" y="1053"/>
                    <a:pt x="239" y="1053"/>
                    <a:pt x="208" y="1024"/>
                  </a:cubicBezTo>
                  <a:cubicBezTo>
                    <a:pt x="23" y="823"/>
                    <a:pt x="23" y="823"/>
                    <a:pt x="23" y="823"/>
                  </a:cubicBezTo>
                  <a:cubicBezTo>
                    <a:pt x="-7" y="809"/>
                    <a:pt x="-7" y="778"/>
                    <a:pt x="23" y="747"/>
                  </a:cubicBezTo>
                  <a:cubicBezTo>
                    <a:pt x="760" y="11"/>
                    <a:pt x="760" y="11"/>
                    <a:pt x="760" y="11"/>
                  </a:cubicBezTo>
                  <a:cubicBezTo>
                    <a:pt x="775" y="-3"/>
                    <a:pt x="806" y="-3"/>
                    <a:pt x="836" y="11"/>
                  </a:cubicBezTo>
                  <a:cubicBezTo>
                    <a:pt x="1035" y="211"/>
                    <a:pt x="1035" y="211"/>
                    <a:pt x="1035" y="211"/>
                  </a:cubicBezTo>
                  <a:cubicBezTo>
                    <a:pt x="1052" y="225"/>
                    <a:pt x="1052" y="271"/>
                    <a:pt x="1035" y="287"/>
                  </a:cubicBezTo>
                  <a:lnTo>
                    <a:pt x="299" y="1024"/>
                  </a:ln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1" name="Google Shape;321;p24">
              <a:extLst>
                <a:ext uri="{FF2B5EF4-FFF2-40B4-BE49-F238E27FC236}">
                  <a16:creationId xmlns:a16="http://schemas.microsoft.com/office/drawing/2014/main" id="{D10DD445-539F-5C33-C6CA-BC9CB4BB185F}"/>
                </a:ext>
              </a:extLst>
            </p:cNvPr>
            <p:cNvSpPr/>
            <p:nvPr/>
          </p:nvSpPr>
          <p:spPr>
            <a:xfrm>
              <a:off x="1263789" y="1937100"/>
              <a:ext cx="558518" cy="279032"/>
            </a:xfrm>
            <a:custGeom>
              <a:avLst/>
              <a:gdLst/>
              <a:ahLst/>
              <a:cxnLst/>
              <a:rect l="l" t="t" r="r" b="b"/>
              <a:pathLst>
                <a:path w="1259" h="629" extrusionOk="0">
                  <a:moveTo>
                    <a:pt x="798" y="0"/>
                  </a:moveTo>
                  <a:lnTo>
                    <a:pt x="798" y="0"/>
                  </a:lnTo>
                  <a:cubicBezTo>
                    <a:pt x="492" y="0"/>
                    <a:pt x="200" y="124"/>
                    <a:pt x="0" y="353"/>
                  </a:cubicBezTo>
                  <a:cubicBezTo>
                    <a:pt x="291" y="629"/>
                    <a:pt x="291" y="629"/>
                    <a:pt x="291" y="629"/>
                  </a:cubicBezTo>
                  <a:cubicBezTo>
                    <a:pt x="430" y="476"/>
                    <a:pt x="614" y="399"/>
                    <a:pt x="798" y="399"/>
                  </a:cubicBezTo>
                  <a:cubicBezTo>
                    <a:pt x="891" y="399"/>
                    <a:pt x="967" y="415"/>
                    <a:pt x="1044" y="445"/>
                  </a:cubicBezTo>
                  <a:cubicBezTo>
                    <a:pt x="1259" y="93"/>
                    <a:pt x="1259" y="93"/>
                    <a:pt x="1259" y="93"/>
                  </a:cubicBezTo>
                  <a:cubicBezTo>
                    <a:pt x="1120" y="31"/>
                    <a:pt x="967" y="0"/>
                    <a:pt x="798" y="0"/>
                  </a:cubicBez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2" name="Google Shape;322;p24">
              <a:extLst>
                <a:ext uri="{FF2B5EF4-FFF2-40B4-BE49-F238E27FC236}">
                  <a16:creationId xmlns:a16="http://schemas.microsoft.com/office/drawing/2014/main" id="{990147FC-A7B5-C975-7926-0071F6ACA17C}"/>
                </a:ext>
              </a:extLst>
            </p:cNvPr>
            <p:cNvSpPr/>
            <p:nvPr/>
          </p:nvSpPr>
          <p:spPr>
            <a:xfrm>
              <a:off x="1726928" y="1978356"/>
              <a:ext cx="251533" cy="237776"/>
            </a:xfrm>
            <a:custGeom>
              <a:avLst/>
              <a:gdLst/>
              <a:ahLst/>
              <a:cxnLst/>
              <a:rect l="l" t="t" r="r" b="b"/>
              <a:pathLst>
                <a:path w="567" h="536" extrusionOk="0">
                  <a:moveTo>
                    <a:pt x="215" y="0"/>
                  </a:moveTo>
                  <a:lnTo>
                    <a:pt x="215" y="0"/>
                  </a:lnTo>
                  <a:cubicBezTo>
                    <a:pt x="0" y="352"/>
                    <a:pt x="0" y="352"/>
                    <a:pt x="0" y="352"/>
                  </a:cubicBezTo>
                  <a:cubicBezTo>
                    <a:pt x="91" y="399"/>
                    <a:pt x="199" y="459"/>
                    <a:pt x="261" y="536"/>
                  </a:cubicBezTo>
                  <a:cubicBezTo>
                    <a:pt x="567" y="275"/>
                    <a:pt x="567" y="275"/>
                    <a:pt x="567" y="275"/>
                  </a:cubicBezTo>
                  <a:cubicBezTo>
                    <a:pt x="476" y="168"/>
                    <a:pt x="352" y="76"/>
                    <a:pt x="215" y="0"/>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3" name="Google Shape;323;p24">
              <a:extLst>
                <a:ext uri="{FF2B5EF4-FFF2-40B4-BE49-F238E27FC236}">
                  <a16:creationId xmlns:a16="http://schemas.microsoft.com/office/drawing/2014/main" id="{E508B208-2C4F-FFE6-EE28-89910B850A29}"/>
                </a:ext>
              </a:extLst>
            </p:cNvPr>
            <p:cNvSpPr/>
            <p:nvPr/>
          </p:nvSpPr>
          <p:spPr>
            <a:xfrm>
              <a:off x="1590293" y="2025822"/>
              <a:ext cx="61663" cy="237776"/>
            </a:xfrm>
            <a:custGeom>
              <a:avLst/>
              <a:gdLst/>
              <a:ahLst/>
              <a:cxnLst/>
              <a:rect l="l" t="t" r="r" b="b"/>
              <a:pathLst>
                <a:path w="139" h="536" extrusionOk="0">
                  <a:moveTo>
                    <a:pt x="139" y="476"/>
                  </a:moveTo>
                  <a:lnTo>
                    <a:pt x="139" y="476"/>
                  </a:lnTo>
                  <a:cubicBezTo>
                    <a:pt x="139" y="505"/>
                    <a:pt x="108" y="536"/>
                    <a:pt x="77" y="536"/>
                  </a:cubicBezTo>
                  <a:cubicBezTo>
                    <a:pt x="31" y="536"/>
                    <a:pt x="0" y="505"/>
                    <a:pt x="0" y="476"/>
                  </a:cubicBezTo>
                  <a:cubicBezTo>
                    <a:pt x="0" y="445"/>
                    <a:pt x="77" y="0"/>
                    <a:pt x="77" y="0"/>
                  </a:cubicBezTo>
                  <a:cubicBezTo>
                    <a:pt x="77" y="0"/>
                    <a:pt x="139" y="445"/>
                    <a:pt x="139" y="47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4" name="Google Shape;324;p24">
              <a:extLst>
                <a:ext uri="{FF2B5EF4-FFF2-40B4-BE49-F238E27FC236}">
                  <a16:creationId xmlns:a16="http://schemas.microsoft.com/office/drawing/2014/main" id="{FBBF3880-0033-6E2D-BB65-784ABDC2527B}"/>
                </a:ext>
              </a:extLst>
            </p:cNvPr>
            <p:cNvSpPr/>
            <p:nvPr/>
          </p:nvSpPr>
          <p:spPr>
            <a:xfrm>
              <a:off x="1243382" y="2366517"/>
              <a:ext cx="122883" cy="121993"/>
            </a:xfrm>
            <a:custGeom>
              <a:avLst/>
              <a:gdLst/>
              <a:ahLst/>
              <a:cxnLst/>
              <a:rect l="l" t="t" r="r" b="b"/>
              <a:pathLst>
                <a:path w="277" h="275" extrusionOk="0">
                  <a:moveTo>
                    <a:pt x="277" y="136"/>
                  </a:moveTo>
                  <a:lnTo>
                    <a:pt x="277" y="136"/>
                  </a:lnTo>
                  <a:cubicBezTo>
                    <a:pt x="277" y="213"/>
                    <a:pt x="215" y="275"/>
                    <a:pt x="138" y="275"/>
                  </a:cubicBezTo>
                  <a:cubicBezTo>
                    <a:pt x="62" y="275"/>
                    <a:pt x="0" y="213"/>
                    <a:pt x="0" y="136"/>
                  </a:cubicBezTo>
                  <a:cubicBezTo>
                    <a:pt x="0" y="60"/>
                    <a:pt x="62" y="0"/>
                    <a:pt x="138" y="0"/>
                  </a:cubicBezTo>
                  <a:cubicBezTo>
                    <a:pt x="215" y="0"/>
                    <a:pt x="277" y="60"/>
                    <a:pt x="277" y="136"/>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5" name="Google Shape;325;p24">
              <a:extLst>
                <a:ext uri="{FF2B5EF4-FFF2-40B4-BE49-F238E27FC236}">
                  <a16:creationId xmlns:a16="http://schemas.microsoft.com/office/drawing/2014/main" id="{FAF8A546-8BF5-26F5-1F78-70A43B184790}"/>
                </a:ext>
              </a:extLst>
            </p:cNvPr>
            <p:cNvSpPr/>
            <p:nvPr/>
          </p:nvSpPr>
          <p:spPr>
            <a:xfrm>
              <a:off x="1856465" y="2366517"/>
              <a:ext cx="129093" cy="121993"/>
            </a:xfrm>
            <a:custGeom>
              <a:avLst/>
              <a:gdLst/>
              <a:ahLst/>
              <a:cxnLst/>
              <a:rect l="l" t="t" r="r" b="b"/>
              <a:pathLst>
                <a:path w="291" h="275" extrusionOk="0">
                  <a:moveTo>
                    <a:pt x="291" y="136"/>
                  </a:moveTo>
                  <a:lnTo>
                    <a:pt x="291" y="136"/>
                  </a:lnTo>
                  <a:cubicBezTo>
                    <a:pt x="291" y="213"/>
                    <a:pt x="229" y="275"/>
                    <a:pt x="153" y="275"/>
                  </a:cubicBezTo>
                  <a:cubicBezTo>
                    <a:pt x="76" y="275"/>
                    <a:pt x="0" y="213"/>
                    <a:pt x="0" y="136"/>
                  </a:cubicBezTo>
                  <a:cubicBezTo>
                    <a:pt x="0" y="60"/>
                    <a:pt x="76" y="0"/>
                    <a:pt x="153" y="0"/>
                  </a:cubicBezTo>
                  <a:cubicBezTo>
                    <a:pt x="229" y="0"/>
                    <a:pt x="291" y="60"/>
                    <a:pt x="291" y="13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326" name="Google Shape;326;p24">
            <a:extLst>
              <a:ext uri="{FF2B5EF4-FFF2-40B4-BE49-F238E27FC236}">
                <a16:creationId xmlns:a16="http://schemas.microsoft.com/office/drawing/2014/main" id="{6E22050B-4002-8FE3-02E2-155B351AC7D6}"/>
              </a:ext>
            </a:extLst>
          </p:cNvPr>
          <p:cNvSpPr txBox="1">
            <a:spLocks noGrp="1"/>
          </p:cNvSpPr>
          <p:nvPr>
            <p:ph type="ctrTitle"/>
          </p:nvPr>
        </p:nvSpPr>
        <p:spPr>
          <a:xfrm>
            <a:off x="3508901" y="3046131"/>
            <a:ext cx="4534432" cy="625072"/>
          </a:xfrm>
          <a:prstGeom prst="rect">
            <a:avLst/>
          </a:prstGeom>
        </p:spPr>
        <p:txBody>
          <a:bodyPr spcFirstLastPara="1" wrap="square" lIns="91425" tIns="91425" rIns="91425" bIns="91425" anchor="b" anchorCtr="0">
            <a:noAutofit/>
          </a:bodyPr>
          <a:lstStyle/>
          <a:p>
            <a:r>
              <a:rPr lang="en-IN" sz="2000" dirty="0"/>
              <a:t>Energy Consumption Analysis</a:t>
            </a:r>
            <a:endParaRPr lang="en-IN" sz="2000" dirty="0">
              <a:effectLst/>
            </a:endParaRPr>
          </a:p>
        </p:txBody>
      </p:sp>
      <p:sp>
        <p:nvSpPr>
          <p:cNvPr id="327" name="Google Shape;327;p24">
            <a:extLst>
              <a:ext uri="{FF2B5EF4-FFF2-40B4-BE49-F238E27FC236}">
                <a16:creationId xmlns:a16="http://schemas.microsoft.com/office/drawing/2014/main" id="{88A6099B-E124-C207-E0A9-DA90061E1073}"/>
              </a:ext>
            </a:extLst>
          </p:cNvPr>
          <p:cNvSpPr txBox="1">
            <a:spLocks noGrp="1"/>
          </p:cNvSpPr>
          <p:nvPr>
            <p:ph type="subTitle" idx="1"/>
          </p:nvPr>
        </p:nvSpPr>
        <p:spPr>
          <a:xfrm>
            <a:off x="6054420" y="3719206"/>
            <a:ext cx="2515550" cy="120650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dirty="0"/>
              <a:t>Team</a:t>
            </a:r>
            <a:r>
              <a:rPr lang="en" dirty="0"/>
              <a:t>:</a:t>
            </a:r>
          </a:p>
          <a:p>
            <a:pPr marL="0" lvl="0" indent="0" algn="l" rtl="0">
              <a:spcBef>
                <a:spcPts val="0"/>
              </a:spcBef>
              <a:spcAft>
                <a:spcPts val="0"/>
              </a:spcAft>
              <a:buNone/>
            </a:pPr>
            <a:r>
              <a:rPr lang="en" dirty="0"/>
              <a:t>Kumkapalla Chidvilas</a:t>
            </a:r>
          </a:p>
          <a:p>
            <a:pPr marL="0" lvl="0" indent="0"/>
            <a:r>
              <a:rPr lang="en-IN" dirty="0" err="1"/>
              <a:t>Kudithi</a:t>
            </a:r>
            <a:r>
              <a:rPr lang="en-IN" dirty="0"/>
              <a:t> Krishna Kishore</a:t>
            </a:r>
          </a:p>
          <a:p>
            <a:pPr marL="0" lvl="0" indent="0"/>
            <a:r>
              <a:rPr lang="en-IN" dirty="0"/>
              <a:t>Bandaru Deva Vara Prasad</a:t>
            </a:r>
            <a:endParaRPr lang="en" dirty="0"/>
          </a:p>
        </p:txBody>
      </p:sp>
      <p:pic>
        <p:nvPicPr>
          <p:cNvPr id="3" name="Picture 2">
            <a:extLst>
              <a:ext uri="{FF2B5EF4-FFF2-40B4-BE49-F238E27FC236}">
                <a16:creationId xmlns:a16="http://schemas.microsoft.com/office/drawing/2014/main" id="{65C11115-CC2D-4FF6-4884-41AFE7D8CC0A}"/>
              </a:ext>
            </a:extLst>
          </p:cNvPr>
          <p:cNvPicPr>
            <a:picLocks noChangeAspect="1"/>
          </p:cNvPicPr>
          <p:nvPr/>
        </p:nvPicPr>
        <p:blipFill>
          <a:blip r:embed="rId3"/>
          <a:stretch>
            <a:fillRect/>
          </a:stretch>
        </p:blipFill>
        <p:spPr>
          <a:xfrm>
            <a:off x="0" y="4771655"/>
            <a:ext cx="1473203" cy="344241"/>
          </a:xfrm>
          <a:prstGeom prst="rect">
            <a:avLst/>
          </a:prstGeom>
        </p:spPr>
      </p:pic>
      <p:pic>
        <p:nvPicPr>
          <p:cNvPr id="4" name="Picture 3">
            <a:extLst>
              <a:ext uri="{FF2B5EF4-FFF2-40B4-BE49-F238E27FC236}">
                <a16:creationId xmlns:a16="http://schemas.microsoft.com/office/drawing/2014/main" id="{F6DFBB81-0222-D7D2-4EDD-FB5886FD8231}"/>
              </a:ext>
            </a:extLst>
          </p:cNvPr>
          <p:cNvPicPr>
            <a:picLocks noChangeAspect="1"/>
          </p:cNvPicPr>
          <p:nvPr/>
        </p:nvPicPr>
        <p:blipFill>
          <a:blip r:embed="rId4"/>
          <a:stretch>
            <a:fillRect/>
          </a:stretch>
        </p:blipFill>
        <p:spPr>
          <a:xfrm>
            <a:off x="2816259" y="320519"/>
            <a:ext cx="4998033" cy="1705303"/>
          </a:xfrm>
          <a:prstGeom prst="rect">
            <a:avLst/>
          </a:prstGeom>
        </p:spPr>
      </p:pic>
      <p:pic>
        <p:nvPicPr>
          <p:cNvPr id="6" name="Picture 5">
            <a:extLst>
              <a:ext uri="{FF2B5EF4-FFF2-40B4-BE49-F238E27FC236}">
                <a16:creationId xmlns:a16="http://schemas.microsoft.com/office/drawing/2014/main" id="{6E18DACE-2D6E-4B1A-6380-0C6F8477B81C}"/>
              </a:ext>
            </a:extLst>
          </p:cNvPr>
          <p:cNvPicPr>
            <a:picLocks noChangeAspect="1"/>
          </p:cNvPicPr>
          <p:nvPr/>
        </p:nvPicPr>
        <p:blipFill>
          <a:blip r:embed="rId5"/>
          <a:stretch>
            <a:fillRect/>
          </a:stretch>
        </p:blipFill>
        <p:spPr>
          <a:xfrm>
            <a:off x="4491007" y="2088371"/>
            <a:ext cx="1648535" cy="874361"/>
          </a:xfrm>
          <a:prstGeom prst="rect">
            <a:avLst/>
          </a:prstGeom>
        </p:spPr>
      </p:pic>
    </p:spTree>
    <p:extLst>
      <p:ext uri="{BB962C8B-B14F-4D97-AF65-F5344CB8AC3E}">
        <p14:creationId xmlns:p14="http://schemas.microsoft.com/office/powerpoint/2010/main" val="3198308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2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sp>
        <p:nvSpPr>
          <p:cNvPr id="364" name="Google Shape;364;p27"/>
          <p:cNvSpPr txBox="1">
            <a:spLocks noGrp="1"/>
          </p:cNvSpPr>
          <p:nvPr>
            <p:ph type="subTitle" idx="2"/>
          </p:nvPr>
        </p:nvSpPr>
        <p:spPr>
          <a:xfrm>
            <a:off x="400050" y="1112200"/>
            <a:ext cx="8343899" cy="3440750"/>
          </a:xfrm>
          <a:prstGeom prst="rect">
            <a:avLst/>
          </a:prstGeom>
        </p:spPr>
        <p:txBody>
          <a:bodyPr spcFirstLastPara="1" wrap="square" lIns="91425" tIns="91425" rIns="91425" bIns="91425" anchor="t" anchorCtr="0">
            <a:noAutofit/>
          </a:bodyPr>
          <a:lstStyle/>
          <a:p>
            <a:pPr marL="0" lvl="0" indent="0">
              <a:lnSpc>
                <a:spcPct val="150000"/>
              </a:lnSpc>
            </a:pPr>
            <a:r>
              <a:rPr lang="en-US" dirty="0">
                <a:latin typeface="+mj-lt"/>
              </a:rPr>
              <a:t>💡 This project focuses on analyzing </a:t>
            </a:r>
            <a:r>
              <a:rPr lang="en-US" b="1" dirty="0">
                <a:latin typeface="+mj-lt"/>
              </a:rPr>
              <a:t>global energy consumption, production, and emissions</a:t>
            </a:r>
            <a:r>
              <a:rPr lang="en-US" dirty="0">
                <a:latin typeface="+mj-lt"/>
              </a:rPr>
              <a:t> using real-world datasets.</a:t>
            </a:r>
            <a:br>
              <a:rPr lang="en-US" dirty="0">
                <a:latin typeface="+mj-lt"/>
              </a:rPr>
            </a:br>
            <a:r>
              <a:rPr lang="en-US" dirty="0">
                <a:latin typeface="+mj-lt"/>
              </a:rPr>
              <a:t>🌍 It explores the strong connection between </a:t>
            </a:r>
            <a:r>
              <a:rPr lang="en-US" b="1" dirty="0">
                <a:latin typeface="+mj-lt"/>
              </a:rPr>
              <a:t>economic growth, population trends, and energy usage</a:t>
            </a:r>
            <a:r>
              <a:rPr lang="en-US" dirty="0">
                <a:latin typeface="+mj-lt"/>
              </a:rPr>
              <a:t> across countries.</a:t>
            </a:r>
            <a:br>
              <a:rPr lang="en-US" dirty="0">
                <a:latin typeface="+mj-lt"/>
              </a:rPr>
            </a:br>
            <a:r>
              <a:rPr lang="en-US" dirty="0">
                <a:latin typeface="+mj-lt"/>
              </a:rPr>
              <a:t>📈 </a:t>
            </a:r>
            <a:r>
              <a:rPr lang="en-US" b="1" dirty="0">
                <a:latin typeface="+mj-lt"/>
              </a:rPr>
              <a:t>Python-based visualizations</a:t>
            </a:r>
            <a:r>
              <a:rPr lang="en-US" dirty="0">
                <a:latin typeface="+mj-lt"/>
              </a:rPr>
              <a:t> were used to reveal trends, correlations, and outliers in the data.</a:t>
            </a:r>
            <a:br>
              <a:rPr lang="en-US" dirty="0">
                <a:latin typeface="+mj-lt"/>
              </a:rPr>
            </a:br>
            <a:r>
              <a:rPr lang="en-US" dirty="0">
                <a:latin typeface="+mj-lt"/>
              </a:rPr>
              <a:t>🔥 The analysis identifies </a:t>
            </a:r>
            <a:r>
              <a:rPr lang="en-US" b="1" dirty="0">
                <a:latin typeface="+mj-lt"/>
              </a:rPr>
              <a:t>major contributors to global emissions</a:t>
            </a:r>
            <a:r>
              <a:rPr lang="en-US" dirty="0">
                <a:latin typeface="+mj-lt"/>
              </a:rPr>
              <a:t> and their energy source patterns.</a:t>
            </a:r>
            <a:br>
              <a:rPr lang="en-US" dirty="0">
                <a:latin typeface="+mj-lt"/>
              </a:rPr>
            </a:br>
            <a:r>
              <a:rPr lang="en-US" dirty="0">
                <a:latin typeface="+mj-lt"/>
              </a:rPr>
              <a:t>♻️ The findings support </a:t>
            </a:r>
            <a:r>
              <a:rPr lang="en-US" b="1" dirty="0">
                <a:latin typeface="+mj-lt"/>
              </a:rPr>
              <a:t>sustainable energy planning and environmental decision-making</a:t>
            </a:r>
            <a:r>
              <a:rPr lang="en-US" dirty="0">
                <a:latin typeface="+mj-lt"/>
              </a:rPr>
              <a:t> for a greener future.</a:t>
            </a:r>
            <a:endParaRPr dirty="0">
              <a:latin typeface="+mj-lt"/>
            </a:endParaRPr>
          </a:p>
        </p:txBody>
      </p:sp>
      <p:pic>
        <p:nvPicPr>
          <p:cNvPr id="3" name="Picture 2">
            <a:extLst>
              <a:ext uri="{FF2B5EF4-FFF2-40B4-BE49-F238E27FC236}">
                <a16:creationId xmlns:a16="http://schemas.microsoft.com/office/drawing/2014/main" id="{46ED3AB0-E659-3C08-D4FD-1B526F4AD598}"/>
              </a:ext>
            </a:extLst>
          </p:cNvPr>
          <p:cNvPicPr>
            <a:picLocks noChangeAspect="1"/>
          </p:cNvPicPr>
          <p:nvPr/>
        </p:nvPicPr>
        <p:blipFill>
          <a:blip r:embed="rId3"/>
          <a:stretch>
            <a:fillRect/>
          </a:stretch>
        </p:blipFill>
        <p:spPr>
          <a:xfrm>
            <a:off x="0" y="4771655"/>
            <a:ext cx="1473203" cy="34424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1">
          <a:extLst>
            <a:ext uri="{FF2B5EF4-FFF2-40B4-BE49-F238E27FC236}">
              <a16:creationId xmlns:a16="http://schemas.microsoft.com/office/drawing/2014/main" id="{32F5063E-3E43-6515-0BE8-D734D283E5E8}"/>
            </a:ext>
          </a:extLst>
        </p:cNvPr>
        <p:cNvGrpSpPr/>
        <p:nvPr/>
      </p:nvGrpSpPr>
      <p:grpSpPr>
        <a:xfrm>
          <a:off x="0" y="0"/>
          <a:ext cx="0" cy="0"/>
          <a:chOff x="0" y="0"/>
          <a:chExt cx="0" cy="0"/>
        </a:xfrm>
      </p:grpSpPr>
      <p:sp>
        <p:nvSpPr>
          <p:cNvPr id="362" name="Google Shape;362;p27">
            <a:extLst>
              <a:ext uri="{FF2B5EF4-FFF2-40B4-BE49-F238E27FC236}">
                <a16:creationId xmlns:a16="http://schemas.microsoft.com/office/drawing/2014/main" id="{F42B850E-B68D-D07D-5A79-B152C48E8650}"/>
              </a:ext>
            </a:extLst>
          </p:cNvPr>
          <p:cNvSpPr txBox="1">
            <a:spLocks noGrp="1"/>
          </p:cNvSpPr>
          <p:nvPr>
            <p:ph type="title"/>
          </p:nvPr>
        </p:nvSpPr>
        <p:spPr>
          <a:xfrm>
            <a:off x="720000" y="227383"/>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Tables</a:t>
            </a:r>
            <a:endParaRPr dirty="0"/>
          </a:p>
        </p:txBody>
      </p:sp>
      <p:pic>
        <p:nvPicPr>
          <p:cNvPr id="5" name="Picture 4">
            <a:extLst>
              <a:ext uri="{FF2B5EF4-FFF2-40B4-BE49-F238E27FC236}">
                <a16:creationId xmlns:a16="http://schemas.microsoft.com/office/drawing/2014/main" id="{8D29DBB5-0F94-7A81-ACF7-EC4C5515105F}"/>
              </a:ext>
            </a:extLst>
          </p:cNvPr>
          <p:cNvPicPr>
            <a:picLocks noChangeAspect="1"/>
          </p:cNvPicPr>
          <p:nvPr/>
        </p:nvPicPr>
        <p:blipFill>
          <a:blip r:embed="rId3"/>
          <a:stretch>
            <a:fillRect/>
          </a:stretch>
        </p:blipFill>
        <p:spPr>
          <a:xfrm>
            <a:off x="536215" y="1717864"/>
            <a:ext cx="3542056" cy="664564"/>
          </a:xfrm>
          <a:prstGeom prst="rect">
            <a:avLst/>
          </a:prstGeom>
        </p:spPr>
      </p:pic>
      <p:sp>
        <p:nvSpPr>
          <p:cNvPr id="6" name="Google Shape;608;p37">
            <a:extLst>
              <a:ext uri="{FF2B5EF4-FFF2-40B4-BE49-F238E27FC236}">
                <a16:creationId xmlns:a16="http://schemas.microsoft.com/office/drawing/2014/main" id="{2B872771-5355-7181-AA62-904BB6D92DD2}"/>
              </a:ext>
            </a:extLst>
          </p:cNvPr>
          <p:cNvSpPr txBox="1">
            <a:spLocks/>
          </p:cNvSpPr>
          <p:nvPr/>
        </p:nvSpPr>
        <p:spPr>
          <a:xfrm>
            <a:off x="1426143" y="1199041"/>
            <a:ext cx="1762200" cy="503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9pPr>
          </a:lstStyle>
          <a:p>
            <a:pPr algn="ctr">
              <a:lnSpc>
                <a:spcPct val="115000"/>
              </a:lnSpc>
            </a:pPr>
            <a:r>
              <a:rPr lang="en-IN" sz="1600" dirty="0"/>
              <a:t>Country table</a:t>
            </a:r>
          </a:p>
        </p:txBody>
      </p:sp>
      <p:pic>
        <p:nvPicPr>
          <p:cNvPr id="8" name="Picture 7">
            <a:extLst>
              <a:ext uri="{FF2B5EF4-FFF2-40B4-BE49-F238E27FC236}">
                <a16:creationId xmlns:a16="http://schemas.microsoft.com/office/drawing/2014/main" id="{9589B3C7-E993-0882-61F9-6809768D6234}"/>
              </a:ext>
            </a:extLst>
          </p:cNvPr>
          <p:cNvPicPr>
            <a:picLocks noChangeAspect="1"/>
          </p:cNvPicPr>
          <p:nvPr/>
        </p:nvPicPr>
        <p:blipFill>
          <a:blip r:embed="rId4"/>
          <a:stretch>
            <a:fillRect/>
          </a:stretch>
        </p:blipFill>
        <p:spPr>
          <a:xfrm>
            <a:off x="4933952" y="1702441"/>
            <a:ext cx="3673833" cy="935530"/>
          </a:xfrm>
          <a:prstGeom prst="rect">
            <a:avLst/>
          </a:prstGeom>
        </p:spPr>
      </p:pic>
      <p:sp>
        <p:nvSpPr>
          <p:cNvPr id="9" name="Google Shape;608;p37">
            <a:extLst>
              <a:ext uri="{FF2B5EF4-FFF2-40B4-BE49-F238E27FC236}">
                <a16:creationId xmlns:a16="http://schemas.microsoft.com/office/drawing/2014/main" id="{28B23CAD-AD04-8D79-A0D0-CD30CBEF49AB}"/>
              </a:ext>
            </a:extLst>
          </p:cNvPr>
          <p:cNvSpPr txBox="1">
            <a:spLocks/>
          </p:cNvSpPr>
          <p:nvPr/>
        </p:nvSpPr>
        <p:spPr>
          <a:xfrm>
            <a:off x="5623177" y="1257805"/>
            <a:ext cx="2295382" cy="503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9pPr>
          </a:lstStyle>
          <a:p>
            <a:pPr algn="ctr">
              <a:lnSpc>
                <a:spcPct val="115000"/>
              </a:lnSpc>
            </a:pPr>
            <a:r>
              <a:rPr lang="en-IN" sz="1600" dirty="0"/>
              <a:t>consumption table</a:t>
            </a:r>
          </a:p>
        </p:txBody>
      </p:sp>
      <p:pic>
        <p:nvPicPr>
          <p:cNvPr id="11" name="Picture 10">
            <a:extLst>
              <a:ext uri="{FF2B5EF4-FFF2-40B4-BE49-F238E27FC236}">
                <a16:creationId xmlns:a16="http://schemas.microsoft.com/office/drawing/2014/main" id="{10E10B90-8216-26FA-C0C1-419F183C247D}"/>
              </a:ext>
            </a:extLst>
          </p:cNvPr>
          <p:cNvPicPr>
            <a:picLocks noChangeAspect="1"/>
          </p:cNvPicPr>
          <p:nvPr/>
        </p:nvPicPr>
        <p:blipFill>
          <a:blip r:embed="rId5"/>
          <a:stretch>
            <a:fillRect/>
          </a:stretch>
        </p:blipFill>
        <p:spPr>
          <a:xfrm>
            <a:off x="2495268" y="3826679"/>
            <a:ext cx="3166005" cy="990723"/>
          </a:xfrm>
          <a:prstGeom prst="rect">
            <a:avLst/>
          </a:prstGeom>
        </p:spPr>
      </p:pic>
      <p:sp>
        <p:nvSpPr>
          <p:cNvPr id="12" name="Google Shape;608;p37">
            <a:extLst>
              <a:ext uri="{FF2B5EF4-FFF2-40B4-BE49-F238E27FC236}">
                <a16:creationId xmlns:a16="http://schemas.microsoft.com/office/drawing/2014/main" id="{6D9AB045-3FEF-9ABD-A983-5738BB4B6B7B}"/>
              </a:ext>
            </a:extLst>
          </p:cNvPr>
          <p:cNvSpPr txBox="1">
            <a:spLocks/>
          </p:cNvSpPr>
          <p:nvPr/>
        </p:nvSpPr>
        <p:spPr>
          <a:xfrm>
            <a:off x="2987927" y="3372355"/>
            <a:ext cx="2295382" cy="503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9pPr>
          </a:lstStyle>
          <a:p>
            <a:pPr algn="ctr">
              <a:lnSpc>
                <a:spcPct val="115000"/>
              </a:lnSpc>
            </a:pPr>
            <a:r>
              <a:rPr lang="en-IN" sz="1600" dirty="0" err="1"/>
              <a:t>Emisssion</a:t>
            </a:r>
            <a:r>
              <a:rPr lang="en-IN" sz="1600" dirty="0"/>
              <a:t> table</a:t>
            </a:r>
          </a:p>
        </p:txBody>
      </p:sp>
      <p:pic>
        <p:nvPicPr>
          <p:cNvPr id="3" name="Picture 2">
            <a:extLst>
              <a:ext uri="{FF2B5EF4-FFF2-40B4-BE49-F238E27FC236}">
                <a16:creationId xmlns:a16="http://schemas.microsoft.com/office/drawing/2014/main" id="{51013869-BAA3-9285-80D1-E4B126A5ACA1}"/>
              </a:ext>
            </a:extLst>
          </p:cNvPr>
          <p:cNvPicPr>
            <a:picLocks noChangeAspect="1"/>
          </p:cNvPicPr>
          <p:nvPr/>
        </p:nvPicPr>
        <p:blipFill>
          <a:blip r:embed="rId6"/>
          <a:stretch>
            <a:fillRect/>
          </a:stretch>
        </p:blipFill>
        <p:spPr>
          <a:xfrm>
            <a:off x="0" y="4771655"/>
            <a:ext cx="1473203" cy="344241"/>
          </a:xfrm>
          <a:prstGeom prst="rect">
            <a:avLst/>
          </a:prstGeom>
        </p:spPr>
      </p:pic>
    </p:spTree>
    <p:extLst>
      <p:ext uri="{BB962C8B-B14F-4D97-AF65-F5344CB8AC3E}">
        <p14:creationId xmlns:p14="http://schemas.microsoft.com/office/powerpoint/2010/main" val="4161443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1">
          <a:extLst>
            <a:ext uri="{FF2B5EF4-FFF2-40B4-BE49-F238E27FC236}">
              <a16:creationId xmlns:a16="http://schemas.microsoft.com/office/drawing/2014/main" id="{4241E04E-FDB5-68DF-E1C2-AB285D996640}"/>
            </a:ext>
          </a:extLst>
        </p:cNvPr>
        <p:cNvGrpSpPr/>
        <p:nvPr/>
      </p:nvGrpSpPr>
      <p:grpSpPr>
        <a:xfrm>
          <a:off x="0" y="0"/>
          <a:ext cx="0" cy="0"/>
          <a:chOff x="0" y="0"/>
          <a:chExt cx="0" cy="0"/>
        </a:xfrm>
      </p:grpSpPr>
      <p:sp>
        <p:nvSpPr>
          <p:cNvPr id="362" name="Google Shape;362;p27">
            <a:extLst>
              <a:ext uri="{FF2B5EF4-FFF2-40B4-BE49-F238E27FC236}">
                <a16:creationId xmlns:a16="http://schemas.microsoft.com/office/drawing/2014/main" id="{0AAEB5BE-592F-3FAA-7F98-8E8F35110DCA}"/>
              </a:ext>
            </a:extLst>
          </p:cNvPr>
          <p:cNvSpPr txBox="1">
            <a:spLocks noGrp="1"/>
          </p:cNvSpPr>
          <p:nvPr>
            <p:ph type="title"/>
          </p:nvPr>
        </p:nvSpPr>
        <p:spPr>
          <a:xfrm>
            <a:off x="720000" y="231194"/>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Tables</a:t>
            </a:r>
            <a:endParaRPr dirty="0"/>
          </a:p>
        </p:txBody>
      </p:sp>
      <p:sp>
        <p:nvSpPr>
          <p:cNvPr id="6" name="Google Shape;608;p37">
            <a:extLst>
              <a:ext uri="{FF2B5EF4-FFF2-40B4-BE49-F238E27FC236}">
                <a16:creationId xmlns:a16="http://schemas.microsoft.com/office/drawing/2014/main" id="{E20CACAB-AF52-3CF3-9DCD-CE96A54356D3}"/>
              </a:ext>
            </a:extLst>
          </p:cNvPr>
          <p:cNvSpPr txBox="1">
            <a:spLocks/>
          </p:cNvSpPr>
          <p:nvPr/>
        </p:nvSpPr>
        <p:spPr>
          <a:xfrm>
            <a:off x="1512499" y="1189364"/>
            <a:ext cx="1762200" cy="503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9pPr>
          </a:lstStyle>
          <a:p>
            <a:pPr algn="ctr">
              <a:lnSpc>
                <a:spcPct val="115000"/>
              </a:lnSpc>
            </a:pPr>
            <a:r>
              <a:rPr lang="en-IN" sz="1600" dirty="0" err="1"/>
              <a:t>gdp_ppp</a:t>
            </a:r>
            <a:r>
              <a:rPr lang="en-IN" sz="1600" dirty="0"/>
              <a:t> table</a:t>
            </a:r>
          </a:p>
        </p:txBody>
      </p:sp>
      <p:sp>
        <p:nvSpPr>
          <p:cNvPr id="9" name="Google Shape;608;p37">
            <a:extLst>
              <a:ext uri="{FF2B5EF4-FFF2-40B4-BE49-F238E27FC236}">
                <a16:creationId xmlns:a16="http://schemas.microsoft.com/office/drawing/2014/main" id="{FE59914C-C37A-F60B-90EA-93C0A0DE0943}"/>
              </a:ext>
            </a:extLst>
          </p:cNvPr>
          <p:cNvSpPr txBox="1">
            <a:spLocks/>
          </p:cNvSpPr>
          <p:nvPr/>
        </p:nvSpPr>
        <p:spPr>
          <a:xfrm>
            <a:off x="5813677" y="1166182"/>
            <a:ext cx="2295382" cy="503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9pPr>
          </a:lstStyle>
          <a:p>
            <a:pPr algn="ctr">
              <a:lnSpc>
                <a:spcPct val="115000"/>
              </a:lnSpc>
            </a:pPr>
            <a:r>
              <a:rPr lang="en-IN" sz="1600" dirty="0"/>
              <a:t>population table</a:t>
            </a:r>
          </a:p>
        </p:txBody>
      </p:sp>
      <p:sp>
        <p:nvSpPr>
          <p:cNvPr id="12" name="Google Shape;608;p37">
            <a:extLst>
              <a:ext uri="{FF2B5EF4-FFF2-40B4-BE49-F238E27FC236}">
                <a16:creationId xmlns:a16="http://schemas.microsoft.com/office/drawing/2014/main" id="{09B670F8-BBBF-CEA3-86E4-295FAEF5E8C0}"/>
              </a:ext>
            </a:extLst>
          </p:cNvPr>
          <p:cNvSpPr txBox="1">
            <a:spLocks/>
          </p:cNvSpPr>
          <p:nvPr/>
        </p:nvSpPr>
        <p:spPr>
          <a:xfrm>
            <a:off x="3124843" y="3059846"/>
            <a:ext cx="2295382" cy="503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2800"/>
              <a:buFont typeface="Epilogue"/>
              <a:buNone/>
              <a:defRPr sz="2800" b="1" i="0" u="none" strike="noStrike" cap="none">
                <a:solidFill>
                  <a:schemeClr val="dk1"/>
                </a:solidFill>
                <a:latin typeface="Epilogue"/>
                <a:ea typeface="Epilogue"/>
                <a:cs typeface="Epilogue"/>
                <a:sym typeface="Epilogue"/>
              </a:defRPr>
            </a:lvl9pPr>
          </a:lstStyle>
          <a:p>
            <a:pPr algn="ctr">
              <a:lnSpc>
                <a:spcPct val="115000"/>
              </a:lnSpc>
            </a:pPr>
            <a:r>
              <a:rPr lang="en-IN" sz="1600" dirty="0" err="1"/>
              <a:t>Emisssion</a:t>
            </a:r>
            <a:r>
              <a:rPr lang="en-IN" sz="1600" dirty="0"/>
              <a:t> table</a:t>
            </a:r>
          </a:p>
        </p:txBody>
      </p:sp>
      <p:pic>
        <p:nvPicPr>
          <p:cNvPr id="3" name="Picture 2">
            <a:extLst>
              <a:ext uri="{FF2B5EF4-FFF2-40B4-BE49-F238E27FC236}">
                <a16:creationId xmlns:a16="http://schemas.microsoft.com/office/drawing/2014/main" id="{647EA981-07B3-669B-3091-70804D2473B7}"/>
              </a:ext>
            </a:extLst>
          </p:cNvPr>
          <p:cNvPicPr>
            <a:picLocks noChangeAspect="1"/>
          </p:cNvPicPr>
          <p:nvPr/>
        </p:nvPicPr>
        <p:blipFill>
          <a:blip r:embed="rId3"/>
          <a:stretch>
            <a:fillRect/>
          </a:stretch>
        </p:blipFill>
        <p:spPr>
          <a:xfrm>
            <a:off x="609242" y="1654096"/>
            <a:ext cx="3396001" cy="787285"/>
          </a:xfrm>
          <a:prstGeom prst="rect">
            <a:avLst/>
          </a:prstGeom>
        </p:spPr>
      </p:pic>
      <p:pic>
        <p:nvPicPr>
          <p:cNvPr id="7" name="Picture 6">
            <a:extLst>
              <a:ext uri="{FF2B5EF4-FFF2-40B4-BE49-F238E27FC236}">
                <a16:creationId xmlns:a16="http://schemas.microsoft.com/office/drawing/2014/main" id="{BB421E1C-3CC6-3630-643F-41F4EA5A4951}"/>
              </a:ext>
            </a:extLst>
          </p:cNvPr>
          <p:cNvPicPr>
            <a:picLocks noChangeAspect="1"/>
          </p:cNvPicPr>
          <p:nvPr/>
        </p:nvPicPr>
        <p:blipFill>
          <a:blip r:embed="rId4"/>
          <a:stretch>
            <a:fillRect/>
          </a:stretch>
        </p:blipFill>
        <p:spPr>
          <a:xfrm>
            <a:off x="5138759" y="1631066"/>
            <a:ext cx="3504207" cy="850535"/>
          </a:xfrm>
          <a:prstGeom prst="rect">
            <a:avLst/>
          </a:prstGeom>
        </p:spPr>
      </p:pic>
      <p:pic>
        <p:nvPicPr>
          <p:cNvPr id="13" name="Picture 12">
            <a:extLst>
              <a:ext uri="{FF2B5EF4-FFF2-40B4-BE49-F238E27FC236}">
                <a16:creationId xmlns:a16="http://schemas.microsoft.com/office/drawing/2014/main" id="{2BD8F8D5-EAF4-0591-27B0-5110037B5735}"/>
              </a:ext>
            </a:extLst>
          </p:cNvPr>
          <p:cNvPicPr>
            <a:picLocks noChangeAspect="1"/>
          </p:cNvPicPr>
          <p:nvPr/>
        </p:nvPicPr>
        <p:blipFill>
          <a:blip r:embed="rId5"/>
          <a:stretch>
            <a:fillRect/>
          </a:stretch>
        </p:blipFill>
        <p:spPr>
          <a:xfrm>
            <a:off x="2393599" y="3523026"/>
            <a:ext cx="3664301" cy="1061814"/>
          </a:xfrm>
          <a:prstGeom prst="rect">
            <a:avLst/>
          </a:prstGeom>
        </p:spPr>
      </p:pic>
      <p:pic>
        <p:nvPicPr>
          <p:cNvPr id="4" name="Picture 3">
            <a:extLst>
              <a:ext uri="{FF2B5EF4-FFF2-40B4-BE49-F238E27FC236}">
                <a16:creationId xmlns:a16="http://schemas.microsoft.com/office/drawing/2014/main" id="{F3111866-EE5E-22EE-103A-60DE44C60F8C}"/>
              </a:ext>
            </a:extLst>
          </p:cNvPr>
          <p:cNvPicPr>
            <a:picLocks noChangeAspect="1"/>
          </p:cNvPicPr>
          <p:nvPr/>
        </p:nvPicPr>
        <p:blipFill>
          <a:blip r:embed="rId6"/>
          <a:stretch>
            <a:fillRect/>
          </a:stretch>
        </p:blipFill>
        <p:spPr>
          <a:xfrm>
            <a:off x="0" y="4771655"/>
            <a:ext cx="1473203" cy="344241"/>
          </a:xfrm>
          <a:prstGeom prst="rect">
            <a:avLst/>
          </a:prstGeom>
        </p:spPr>
      </p:pic>
    </p:spTree>
    <p:extLst>
      <p:ext uri="{BB962C8B-B14F-4D97-AF65-F5344CB8AC3E}">
        <p14:creationId xmlns:p14="http://schemas.microsoft.com/office/powerpoint/2010/main" val="1159121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28"/>
          <p:cNvSpPr/>
          <p:nvPr/>
        </p:nvSpPr>
        <p:spPr>
          <a:xfrm flipH="1">
            <a:off x="294629" y="284100"/>
            <a:ext cx="7188871" cy="4132031"/>
          </a:xfrm>
          <a:custGeom>
            <a:avLst/>
            <a:gdLst/>
            <a:ahLst/>
            <a:cxnLst/>
            <a:rect l="l" t="t" r="r" b="b"/>
            <a:pathLst>
              <a:path w="22609" h="10401" fill="none" extrusionOk="0">
                <a:moveTo>
                  <a:pt x="19388" y="10401"/>
                </a:moveTo>
                <a:lnTo>
                  <a:pt x="19388" y="10401"/>
                </a:lnTo>
                <a:cubicBezTo>
                  <a:pt x="21897" y="10401"/>
                  <a:pt x="21897" y="10401"/>
                  <a:pt x="21897" y="10401"/>
                </a:cubicBezTo>
                <a:cubicBezTo>
                  <a:pt x="22292" y="10401"/>
                  <a:pt x="22609" y="10084"/>
                  <a:pt x="22609" y="9693"/>
                </a:cubicBezTo>
                <a:cubicBezTo>
                  <a:pt x="22609" y="478"/>
                  <a:pt x="22609" y="478"/>
                  <a:pt x="22609" y="478"/>
                </a:cubicBezTo>
                <a:cubicBezTo>
                  <a:pt x="22609" y="215"/>
                  <a:pt x="22394" y="0"/>
                  <a:pt x="22131" y="0"/>
                </a:cubicBezTo>
                <a:cubicBezTo>
                  <a:pt x="478" y="0"/>
                  <a:pt x="478" y="0"/>
                  <a:pt x="478" y="0"/>
                </a:cubicBezTo>
                <a:cubicBezTo>
                  <a:pt x="215" y="0"/>
                  <a:pt x="0" y="215"/>
                  <a:pt x="0" y="478"/>
                </a:cubicBezTo>
                <a:cubicBezTo>
                  <a:pt x="0" y="4670"/>
                  <a:pt x="0" y="4670"/>
                  <a:pt x="0" y="4670"/>
                </a:cubicBezTo>
              </a:path>
            </a:pathLst>
          </a:custGeom>
          <a:noFill/>
          <a:ln w="9525" cap="rnd" cmpd="sng">
            <a:solidFill>
              <a:schemeClr val="dk1"/>
            </a:solidFill>
            <a:prstDash val="solid"/>
            <a:round/>
            <a:headEnd type="none" w="sm" len="sm"/>
            <a:tailEnd type="none" w="sm" len="sm"/>
          </a:ln>
        </p:spPr>
        <p:txBody>
          <a:bodyPr spcFirstLastPara="1" wrap="square" lIns="92500" tIns="47500" rIns="92500" bIns="47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373" name="Google Shape;373;p28"/>
          <p:cNvGrpSpPr/>
          <p:nvPr/>
        </p:nvGrpSpPr>
        <p:grpSpPr>
          <a:xfrm>
            <a:off x="6611894" y="2041140"/>
            <a:ext cx="1818875" cy="2498551"/>
            <a:chOff x="6495719" y="1976150"/>
            <a:chExt cx="1818875" cy="2498551"/>
          </a:xfrm>
        </p:grpSpPr>
        <p:sp>
          <p:nvSpPr>
            <p:cNvPr id="374" name="Google Shape;374;p28"/>
            <p:cNvSpPr/>
            <p:nvPr/>
          </p:nvSpPr>
          <p:spPr>
            <a:xfrm>
              <a:off x="6570236" y="3448409"/>
              <a:ext cx="1147664" cy="905486"/>
            </a:xfrm>
            <a:custGeom>
              <a:avLst/>
              <a:gdLst/>
              <a:ahLst/>
              <a:cxnLst/>
              <a:rect l="l" t="t" r="r" b="b"/>
              <a:pathLst>
                <a:path w="2033" h="1604" extrusionOk="0">
                  <a:moveTo>
                    <a:pt x="2033" y="1604"/>
                  </a:moveTo>
                  <a:lnTo>
                    <a:pt x="2033" y="1604"/>
                  </a:lnTo>
                  <a:cubicBezTo>
                    <a:pt x="744" y="1604"/>
                    <a:pt x="744" y="1604"/>
                    <a:pt x="744" y="1604"/>
                  </a:cubicBezTo>
                  <a:cubicBezTo>
                    <a:pt x="331" y="1604"/>
                    <a:pt x="0" y="1274"/>
                    <a:pt x="0" y="860"/>
                  </a:cubicBezTo>
                  <a:cubicBezTo>
                    <a:pt x="0" y="0"/>
                    <a:pt x="0" y="0"/>
                    <a:pt x="0" y="0"/>
                  </a:cubicBezTo>
                  <a:cubicBezTo>
                    <a:pt x="165" y="0"/>
                    <a:pt x="165" y="0"/>
                    <a:pt x="165" y="0"/>
                  </a:cubicBezTo>
                  <a:cubicBezTo>
                    <a:pt x="165" y="860"/>
                    <a:pt x="165" y="860"/>
                    <a:pt x="165" y="860"/>
                  </a:cubicBezTo>
                  <a:cubicBezTo>
                    <a:pt x="165" y="1174"/>
                    <a:pt x="429" y="1439"/>
                    <a:pt x="744" y="1439"/>
                  </a:cubicBezTo>
                  <a:cubicBezTo>
                    <a:pt x="2033" y="1439"/>
                    <a:pt x="2033" y="1439"/>
                    <a:pt x="2033" y="1439"/>
                  </a:cubicBezTo>
                  <a:lnTo>
                    <a:pt x="2033" y="1604"/>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5" name="Google Shape;375;p28"/>
            <p:cNvSpPr/>
            <p:nvPr/>
          </p:nvSpPr>
          <p:spPr>
            <a:xfrm>
              <a:off x="6672978" y="1976150"/>
              <a:ext cx="1409036" cy="745728"/>
            </a:xfrm>
            <a:custGeom>
              <a:avLst/>
              <a:gdLst/>
              <a:ahLst/>
              <a:cxnLst/>
              <a:rect l="l" t="t" r="r" b="b"/>
              <a:pathLst>
                <a:path w="2496" h="1321" extrusionOk="0">
                  <a:moveTo>
                    <a:pt x="165" y="1321"/>
                  </a:moveTo>
                  <a:lnTo>
                    <a:pt x="165" y="1321"/>
                  </a:lnTo>
                  <a:cubicBezTo>
                    <a:pt x="98" y="1321"/>
                    <a:pt x="33" y="1272"/>
                    <a:pt x="33" y="1206"/>
                  </a:cubicBezTo>
                  <a:cubicBezTo>
                    <a:pt x="33" y="1190"/>
                    <a:pt x="0" y="958"/>
                    <a:pt x="0" y="660"/>
                  </a:cubicBezTo>
                  <a:cubicBezTo>
                    <a:pt x="0" y="297"/>
                    <a:pt x="297" y="0"/>
                    <a:pt x="644" y="0"/>
                  </a:cubicBezTo>
                  <a:cubicBezTo>
                    <a:pt x="1834" y="0"/>
                    <a:pt x="1834" y="0"/>
                    <a:pt x="1834" y="0"/>
                  </a:cubicBezTo>
                  <a:cubicBezTo>
                    <a:pt x="2197" y="0"/>
                    <a:pt x="2496" y="297"/>
                    <a:pt x="2496" y="660"/>
                  </a:cubicBezTo>
                  <a:cubicBezTo>
                    <a:pt x="2496" y="958"/>
                    <a:pt x="2462" y="1190"/>
                    <a:pt x="2462" y="1206"/>
                  </a:cubicBezTo>
                  <a:cubicBezTo>
                    <a:pt x="2446" y="1272"/>
                    <a:pt x="2380" y="1321"/>
                    <a:pt x="2313" y="1321"/>
                  </a:cubicBezTo>
                  <a:cubicBezTo>
                    <a:pt x="2231" y="1305"/>
                    <a:pt x="2181" y="1239"/>
                    <a:pt x="2197" y="1172"/>
                  </a:cubicBezTo>
                  <a:cubicBezTo>
                    <a:pt x="2197" y="1156"/>
                    <a:pt x="2231" y="941"/>
                    <a:pt x="2231" y="660"/>
                  </a:cubicBezTo>
                  <a:cubicBezTo>
                    <a:pt x="2231" y="446"/>
                    <a:pt x="2048" y="263"/>
                    <a:pt x="1834" y="263"/>
                  </a:cubicBezTo>
                  <a:cubicBezTo>
                    <a:pt x="644" y="263"/>
                    <a:pt x="644" y="263"/>
                    <a:pt x="644" y="263"/>
                  </a:cubicBezTo>
                  <a:cubicBezTo>
                    <a:pt x="430" y="263"/>
                    <a:pt x="265" y="446"/>
                    <a:pt x="265" y="660"/>
                  </a:cubicBezTo>
                  <a:cubicBezTo>
                    <a:pt x="265" y="941"/>
                    <a:pt x="297" y="1156"/>
                    <a:pt x="297" y="1172"/>
                  </a:cubicBezTo>
                  <a:cubicBezTo>
                    <a:pt x="297" y="1239"/>
                    <a:pt x="247" y="1305"/>
                    <a:pt x="181" y="1321"/>
                  </a:cubicBezTo>
                  <a:lnTo>
                    <a:pt x="165" y="1321"/>
                  </a:ln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6" name="Google Shape;376;p28"/>
            <p:cNvSpPr/>
            <p:nvPr/>
          </p:nvSpPr>
          <p:spPr>
            <a:xfrm>
              <a:off x="6766123" y="3728974"/>
              <a:ext cx="1250406" cy="335888"/>
            </a:xfrm>
            <a:custGeom>
              <a:avLst/>
              <a:gdLst/>
              <a:ahLst/>
              <a:cxnLst/>
              <a:rect l="l" t="t" r="r" b="b"/>
              <a:pathLst>
                <a:path w="2215" h="595" extrusionOk="0">
                  <a:moveTo>
                    <a:pt x="2215" y="528"/>
                  </a:moveTo>
                  <a:lnTo>
                    <a:pt x="2215" y="528"/>
                  </a:lnTo>
                  <a:cubicBezTo>
                    <a:pt x="2215" y="579"/>
                    <a:pt x="2181" y="595"/>
                    <a:pt x="2148" y="595"/>
                  </a:cubicBezTo>
                  <a:cubicBezTo>
                    <a:pt x="67" y="595"/>
                    <a:pt x="67" y="595"/>
                    <a:pt x="67" y="595"/>
                  </a:cubicBezTo>
                  <a:cubicBezTo>
                    <a:pt x="33" y="595"/>
                    <a:pt x="0" y="579"/>
                    <a:pt x="0" y="528"/>
                  </a:cubicBezTo>
                  <a:cubicBezTo>
                    <a:pt x="0" y="67"/>
                    <a:pt x="0" y="67"/>
                    <a:pt x="0" y="67"/>
                  </a:cubicBezTo>
                  <a:cubicBezTo>
                    <a:pt x="0" y="33"/>
                    <a:pt x="33" y="0"/>
                    <a:pt x="67" y="0"/>
                  </a:cubicBezTo>
                  <a:cubicBezTo>
                    <a:pt x="2148" y="0"/>
                    <a:pt x="2148" y="0"/>
                    <a:pt x="2148" y="0"/>
                  </a:cubicBezTo>
                  <a:cubicBezTo>
                    <a:pt x="2181" y="0"/>
                    <a:pt x="2215" y="33"/>
                    <a:pt x="2215" y="67"/>
                  </a:cubicBezTo>
                  <a:lnTo>
                    <a:pt x="2215" y="528"/>
                  </a:ln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7" name="Google Shape;377;p28"/>
            <p:cNvSpPr/>
            <p:nvPr/>
          </p:nvSpPr>
          <p:spPr>
            <a:xfrm>
              <a:off x="7531044" y="4204297"/>
              <a:ext cx="93145" cy="205484"/>
            </a:xfrm>
            <a:custGeom>
              <a:avLst/>
              <a:gdLst/>
              <a:ahLst/>
              <a:cxnLst/>
              <a:rect l="l" t="t" r="r" b="b"/>
              <a:pathLst>
                <a:path w="165" h="364" extrusionOk="0">
                  <a:moveTo>
                    <a:pt x="0" y="34"/>
                  </a:moveTo>
                  <a:lnTo>
                    <a:pt x="0" y="34"/>
                  </a:lnTo>
                  <a:cubicBezTo>
                    <a:pt x="0" y="18"/>
                    <a:pt x="17" y="0"/>
                    <a:pt x="49" y="0"/>
                  </a:cubicBezTo>
                  <a:cubicBezTo>
                    <a:pt x="133" y="0"/>
                    <a:pt x="133" y="0"/>
                    <a:pt x="133" y="0"/>
                  </a:cubicBezTo>
                  <a:cubicBezTo>
                    <a:pt x="149" y="0"/>
                    <a:pt x="165" y="18"/>
                    <a:pt x="165" y="34"/>
                  </a:cubicBezTo>
                  <a:cubicBezTo>
                    <a:pt x="165" y="332"/>
                    <a:pt x="165" y="332"/>
                    <a:pt x="165" y="332"/>
                  </a:cubicBezTo>
                  <a:cubicBezTo>
                    <a:pt x="165" y="348"/>
                    <a:pt x="149" y="364"/>
                    <a:pt x="133" y="364"/>
                  </a:cubicBezTo>
                  <a:cubicBezTo>
                    <a:pt x="49" y="364"/>
                    <a:pt x="49" y="364"/>
                    <a:pt x="49" y="364"/>
                  </a:cubicBezTo>
                  <a:cubicBezTo>
                    <a:pt x="17" y="364"/>
                    <a:pt x="0" y="348"/>
                    <a:pt x="0" y="332"/>
                  </a:cubicBezTo>
                  <a:lnTo>
                    <a:pt x="0" y="34"/>
                  </a:lnTo>
                  <a:close/>
                </a:path>
              </a:pathLst>
            </a:custGeom>
            <a:solidFill>
              <a:schemeClr val="accent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8" name="Google Shape;378;p28"/>
            <p:cNvSpPr/>
            <p:nvPr/>
          </p:nvSpPr>
          <p:spPr>
            <a:xfrm>
              <a:off x="6495719" y="2246553"/>
              <a:ext cx="1818875" cy="1818311"/>
            </a:xfrm>
            <a:custGeom>
              <a:avLst/>
              <a:gdLst/>
              <a:ahLst/>
              <a:cxnLst/>
              <a:rect l="l" t="t" r="r" b="b"/>
              <a:pathLst>
                <a:path w="3222" h="3221" extrusionOk="0">
                  <a:moveTo>
                    <a:pt x="3222" y="1619"/>
                  </a:moveTo>
                  <a:lnTo>
                    <a:pt x="3222" y="1619"/>
                  </a:lnTo>
                  <a:cubicBezTo>
                    <a:pt x="3222" y="2510"/>
                    <a:pt x="2511" y="3221"/>
                    <a:pt x="1620" y="3221"/>
                  </a:cubicBezTo>
                  <a:cubicBezTo>
                    <a:pt x="726" y="3221"/>
                    <a:pt x="0" y="2510"/>
                    <a:pt x="0" y="1619"/>
                  </a:cubicBezTo>
                  <a:cubicBezTo>
                    <a:pt x="0" y="727"/>
                    <a:pt x="726" y="0"/>
                    <a:pt x="1620" y="0"/>
                  </a:cubicBezTo>
                  <a:cubicBezTo>
                    <a:pt x="2511" y="0"/>
                    <a:pt x="3222" y="727"/>
                    <a:pt x="3222" y="1619"/>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9" name="Google Shape;379;p28"/>
            <p:cNvSpPr/>
            <p:nvPr/>
          </p:nvSpPr>
          <p:spPr>
            <a:xfrm>
              <a:off x="6654349" y="2405183"/>
              <a:ext cx="1501617" cy="1501052"/>
            </a:xfrm>
            <a:custGeom>
              <a:avLst/>
              <a:gdLst/>
              <a:ahLst/>
              <a:cxnLst/>
              <a:rect l="l" t="t" r="r" b="b"/>
              <a:pathLst>
                <a:path w="2660" h="2659" extrusionOk="0">
                  <a:moveTo>
                    <a:pt x="2660" y="1338"/>
                  </a:moveTo>
                  <a:lnTo>
                    <a:pt x="2660" y="1338"/>
                  </a:lnTo>
                  <a:cubicBezTo>
                    <a:pt x="2660" y="2064"/>
                    <a:pt x="2065" y="2659"/>
                    <a:pt x="1339" y="2659"/>
                  </a:cubicBezTo>
                  <a:cubicBezTo>
                    <a:pt x="595" y="2659"/>
                    <a:pt x="0" y="2064"/>
                    <a:pt x="0" y="1338"/>
                  </a:cubicBezTo>
                  <a:cubicBezTo>
                    <a:pt x="0" y="595"/>
                    <a:pt x="595" y="0"/>
                    <a:pt x="1339" y="0"/>
                  </a:cubicBezTo>
                  <a:cubicBezTo>
                    <a:pt x="2065" y="0"/>
                    <a:pt x="2660" y="595"/>
                    <a:pt x="2660" y="1338"/>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80" name="Google Shape;380;p28"/>
            <p:cNvSpPr/>
            <p:nvPr/>
          </p:nvSpPr>
          <p:spPr>
            <a:xfrm>
              <a:off x="6850236" y="2601070"/>
              <a:ext cx="532340" cy="540243"/>
            </a:xfrm>
            <a:custGeom>
              <a:avLst/>
              <a:gdLst/>
              <a:ahLst/>
              <a:cxnLst/>
              <a:rect l="l" t="t" r="r" b="b"/>
              <a:pathLst>
                <a:path w="943" h="957" extrusionOk="0">
                  <a:moveTo>
                    <a:pt x="943" y="479"/>
                  </a:moveTo>
                  <a:lnTo>
                    <a:pt x="943" y="479"/>
                  </a:lnTo>
                  <a:cubicBezTo>
                    <a:pt x="943" y="743"/>
                    <a:pt x="727" y="957"/>
                    <a:pt x="479" y="957"/>
                  </a:cubicBezTo>
                  <a:cubicBezTo>
                    <a:pt x="214" y="957"/>
                    <a:pt x="0" y="743"/>
                    <a:pt x="0" y="479"/>
                  </a:cubicBezTo>
                  <a:cubicBezTo>
                    <a:pt x="0" y="214"/>
                    <a:pt x="214" y="0"/>
                    <a:pt x="479" y="0"/>
                  </a:cubicBezTo>
                  <a:cubicBezTo>
                    <a:pt x="727" y="0"/>
                    <a:pt x="943" y="214"/>
                    <a:pt x="943" y="479"/>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81" name="Google Shape;381;p28"/>
            <p:cNvSpPr/>
            <p:nvPr/>
          </p:nvSpPr>
          <p:spPr>
            <a:xfrm>
              <a:off x="6934349" y="2694215"/>
              <a:ext cx="363549" cy="354517"/>
            </a:xfrm>
            <a:custGeom>
              <a:avLst/>
              <a:gdLst/>
              <a:ahLst/>
              <a:cxnLst/>
              <a:rect l="l" t="t" r="r" b="b"/>
              <a:pathLst>
                <a:path w="644" h="628" extrusionOk="0">
                  <a:moveTo>
                    <a:pt x="644" y="314"/>
                  </a:moveTo>
                  <a:lnTo>
                    <a:pt x="644" y="314"/>
                  </a:lnTo>
                  <a:cubicBezTo>
                    <a:pt x="644" y="462"/>
                    <a:pt x="529" y="595"/>
                    <a:pt x="379" y="628"/>
                  </a:cubicBezTo>
                  <a:cubicBezTo>
                    <a:pt x="379" y="578"/>
                    <a:pt x="379" y="578"/>
                    <a:pt x="379" y="578"/>
                  </a:cubicBezTo>
                  <a:cubicBezTo>
                    <a:pt x="379" y="562"/>
                    <a:pt x="379" y="562"/>
                    <a:pt x="364" y="562"/>
                  </a:cubicBezTo>
                  <a:cubicBezTo>
                    <a:pt x="281" y="562"/>
                    <a:pt x="281" y="562"/>
                    <a:pt x="281" y="562"/>
                  </a:cubicBezTo>
                  <a:cubicBezTo>
                    <a:pt x="281" y="562"/>
                    <a:pt x="264" y="562"/>
                    <a:pt x="264" y="578"/>
                  </a:cubicBezTo>
                  <a:cubicBezTo>
                    <a:pt x="264" y="628"/>
                    <a:pt x="264" y="628"/>
                    <a:pt x="264" y="628"/>
                  </a:cubicBezTo>
                  <a:cubicBezTo>
                    <a:pt x="114" y="595"/>
                    <a:pt x="0" y="462"/>
                    <a:pt x="0" y="314"/>
                  </a:cubicBezTo>
                  <a:cubicBezTo>
                    <a:pt x="0" y="148"/>
                    <a:pt x="114" y="16"/>
                    <a:pt x="264" y="0"/>
                  </a:cubicBezTo>
                  <a:cubicBezTo>
                    <a:pt x="264" y="49"/>
                    <a:pt x="264" y="49"/>
                    <a:pt x="264" y="49"/>
                  </a:cubicBezTo>
                  <a:lnTo>
                    <a:pt x="281" y="65"/>
                  </a:lnTo>
                  <a:cubicBezTo>
                    <a:pt x="364" y="65"/>
                    <a:pt x="364" y="65"/>
                    <a:pt x="364" y="65"/>
                  </a:cubicBezTo>
                  <a:cubicBezTo>
                    <a:pt x="379" y="65"/>
                    <a:pt x="379" y="49"/>
                    <a:pt x="379" y="49"/>
                  </a:cubicBezTo>
                  <a:cubicBezTo>
                    <a:pt x="379" y="0"/>
                    <a:pt x="379" y="0"/>
                    <a:pt x="379" y="0"/>
                  </a:cubicBezTo>
                  <a:cubicBezTo>
                    <a:pt x="529" y="16"/>
                    <a:pt x="644" y="148"/>
                    <a:pt x="644" y="314"/>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82" name="Google Shape;382;p28"/>
            <p:cNvSpPr/>
            <p:nvPr/>
          </p:nvSpPr>
          <p:spPr>
            <a:xfrm>
              <a:off x="6998704" y="2825183"/>
              <a:ext cx="84678" cy="82984"/>
            </a:xfrm>
            <a:custGeom>
              <a:avLst/>
              <a:gdLst/>
              <a:ahLst/>
              <a:cxnLst/>
              <a:rect l="l" t="t" r="r" b="b"/>
              <a:pathLst>
                <a:path w="150" h="147" extrusionOk="0">
                  <a:moveTo>
                    <a:pt x="150" y="82"/>
                  </a:moveTo>
                  <a:lnTo>
                    <a:pt x="150" y="82"/>
                  </a:lnTo>
                  <a:cubicBezTo>
                    <a:pt x="150" y="114"/>
                    <a:pt x="116" y="147"/>
                    <a:pt x="67" y="147"/>
                  </a:cubicBezTo>
                  <a:cubicBezTo>
                    <a:pt x="34" y="147"/>
                    <a:pt x="0" y="114"/>
                    <a:pt x="0" y="82"/>
                  </a:cubicBezTo>
                  <a:cubicBezTo>
                    <a:pt x="0" y="31"/>
                    <a:pt x="34" y="0"/>
                    <a:pt x="67" y="0"/>
                  </a:cubicBezTo>
                  <a:cubicBezTo>
                    <a:pt x="116" y="0"/>
                    <a:pt x="150" y="31"/>
                    <a:pt x="150" y="82"/>
                  </a:cubicBezTo>
                  <a:close/>
                </a:path>
              </a:pathLst>
            </a:custGeom>
            <a:solidFill>
              <a:srgbClr val="333333">
                <a:alpha val="38610"/>
              </a:srgbClr>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83" name="Google Shape;383;p28"/>
            <p:cNvSpPr/>
            <p:nvPr/>
          </p:nvSpPr>
          <p:spPr>
            <a:xfrm>
              <a:off x="7158463" y="2825183"/>
              <a:ext cx="82984" cy="82984"/>
            </a:xfrm>
            <a:custGeom>
              <a:avLst/>
              <a:gdLst/>
              <a:ahLst/>
              <a:cxnLst/>
              <a:rect l="l" t="t" r="r" b="b"/>
              <a:pathLst>
                <a:path w="147" h="147" extrusionOk="0">
                  <a:moveTo>
                    <a:pt x="147" y="82"/>
                  </a:moveTo>
                  <a:lnTo>
                    <a:pt x="147" y="82"/>
                  </a:lnTo>
                  <a:cubicBezTo>
                    <a:pt x="147" y="114"/>
                    <a:pt x="114" y="147"/>
                    <a:pt x="82" y="147"/>
                  </a:cubicBezTo>
                  <a:cubicBezTo>
                    <a:pt x="32" y="147"/>
                    <a:pt x="0" y="114"/>
                    <a:pt x="0" y="82"/>
                  </a:cubicBezTo>
                  <a:cubicBezTo>
                    <a:pt x="0" y="31"/>
                    <a:pt x="32" y="0"/>
                    <a:pt x="82" y="0"/>
                  </a:cubicBezTo>
                  <a:cubicBezTo>
                    <a:pt x="114" y="0"/>
                    <a:pt x="147" y="31"/>
                    <a:pt x="147" y="82"/>
                  </a:cubicBezTo>
                  <a:close/>
                </a:path>
              </a:pathLst>
            </a:custGeom>
            <a:solidFill>
              <a:srgbClr val="333333">
                <a:alpha val="38610"/>
              </a:srgbClr>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84" name="Google Shape;384;p28"/>
            <p:cNvSpPr/>
            <p:nvPr/>
          </p:nvSpPr>
          <p:spPr>
            <a:xfrm>
              <a:off x="7428867" y="2601070"/>
              <a:ext cx="531211" cy="540243"/>
            </a:xfrm>
            <a:custGeom>
              <a:avLst/>
              <a:gdLst/>
              <a:ahLst/>
              <a:cxnLst/>
              <a:rect l="l" t="t" r="r" b="b"/>
              <a:pathLst>
                <a:path w="941" h="957" extrusionOk="0">
                  <a:moveTo>
                    <a:pt x="941" y="479"/>
                  </a:moveTo>
                  <a:lnTo>
                    <a:pt x="941" y="479"/>
                  </a:lnTo>
                  <a:cubicBezTo>
                    <a:pt x="941" y="743"/>
                    <a:pt x="727" y="957"/>
                    <a:pt x="479" y="957"/>
                  </a:cubicBezTo>
                  <a:cubicBezTo>
                    <a:pt x="214" y="957"/>
                    <a:pt x="0" y="743"/>
                    <a:pt x="0" y="479"/>
                  </a:cubicBezTo>
                  <a:cubicBezTo>
                    <a:pt x="0" y="214"/>
                    <a:pt x="214" y="0"/>
                    <a:pt x="479" y="0"/>
                  </a:cubicBezTo>
                  <a:cubicBezTo>
                    <a:pt x="727" y="0"/>
                    <a:pt x="941" y="214"/>
                    <a:pt x="941" y="479"/>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85" name="Google Shape;385;p28"/>
            <p:cNvSpPr/>
            <p:nvPr/>
          </p:nvSpPr>
          <p:spPr>
            <a:xfrm>
              <a:off x="7512415" y="2694215"/>
              <a:ext cx="364114" cy="354517"/>
            </a:xfrm>
            <a:custGeom>
              <a:avLst/>
              <a:gdLst/>
              <a:ahLst/>
              <a:cxnLst/>
              <a:rect l="l" t="t" r="r" b="b"/>
              <a:pathLst>
                <a:path w="645" h="628" extrusionOk="0">
                  <a:moveTo>
                    <a:pt x="645" y="314"/>
                  </a:moveTo>
                  <a:lnTo>
                    <a:pt x="645" y="314"/>
                  </a:lnTo>
                  <a:cubicBezTo>
                    <a:pt x="645" y="462"/>
                    <a:pt x="529" y="595"/>
                    <a:pt x="380" y="628"/>
                  </a:cubicBezTo>
                  <a:cubicBezTo>
                    <a:pt x="380" y="578"/>
                    <a:pt x="380" y="578"/>
                    <a:pt x="380" y="578"/>
                  </a:cubicBezTo>
                  <a:cubicBezTo>
                    <a:pt x="380" y="562"/>
                    <a:pt x="380" y="562"/>
                    <a:pt x="364" y="562"/>
                  </a:cubicBezTo>
                  <a:cubicBezTo>
                    <a:pt x="280" y="562"/>
                    <a:pt x="280" y="562"/>
                    <a:pt x="280" y="562"/>
                  </a:cubicBezTo>
                  <a:cubicBezTo>
                    <a:pt x="280" y="562"/>
                    <a:pt x="264" y="562"/>
                    <a:pt x="264" y="578"/>
                  </a:cubicBezTo>
                  <a:cubicBezTo>
                    <a:pt x="264" y="628"/>
                    <a:pt x="264" y="628"/>
                    <a:pt x="264" y="628"/>
                  </a:cubicBezTo>
                  <a:cubicBezTo>
                    <a:pt x="115" y="595"/>
                    <a:pt x="0" y="462"/>
                    <a:pt x="0" y="314"/>
                  </a:cubicBezTo>
                  <a:cubicBezTo>
                    <a:pt x="0" y="148"/>
                    <a:pt x="115" y="16"/>
                    <a:pt x="264" y="0"/>
                  </a:cubicBezTo>
                  <a:cubicBezTo>
                    <a:pt x="264" y="49"/>
                    <a:pt x="264" y="49"/>
                    <a:pt x="264" y="49"/>
                  </a:cubicBezTo>
                  <a:lnTo>
                    <a:pt x="280" y="65"/>
                  </a:lnTo>
                  <a:cubicBezTo>
                    <a:pt x="364" y="65"/>
                    <a:pt x="364" y="65"/>
                    <a:pt x="364" y="65"/>
                  </a:cubicBezTo>
                  <a:cubicBezTo>
                    <a:pt x="380" y="65"/>
                    <a:pt x="380" y="49"/>
                    <a:pt x="380" y="49"/>
                  </a:cubicBezTo>
                  <a:cubicBezTo>
                    <a:pt x="380" y="0"/>
                    <a:pt x="380" y="0"/>
                    <a:pt x="380" y="0"/>
                  </a:cubicBezTo>
                  <a:cubicBezTo>
                    <a:pt x="529" y="16"/>
                    <a:pt x="645" y="148"/>
                    <a:pt x="645" y="314"/>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86" name="Google Shape;386;p28"/>
            <p:cNvSpPr/>
            <p:nvPr/>
          </p:nvSpPr>
          <p:spPr>
            <a:xfrm>
              <a:off x="7577335" y="2825183"/>
              <a:ext cx="84113" cy="82984"/>
            </a:xfrm>
            <a:custGeom>
              <a:avLst/>
              <a:gdLst/>
              <a:ahLst/>
              <a:cxnLst/>
              <a:rect l="l" t="t" r="r" b="b"/>
              <a:pathLst>
                <a:path w="149" h="147" extrusionOk="0">
                  <a:moveTo>
                    <a:pt x="149" y="82"/>
                  </a:moveTo>
                  <a:lnTo>
                    <a:pt x="149" y="82"/>
                  </a:lnTo>
                  <a:cubicBezTo>
                    <a:pt x="149" y="114"/>
                    <a:pt x="116" y="147"/>
                    <a:pt x="67" y="147"/>
                  </a:cubicBezTo>
                  <a:cubicBezTo>
                    <a:pt x="34" y="147"/>
                    <a:pt x="0" y="114"/>
                    <a:pt x="0" y="82"/>
                  </a:cubicBezTo>
                  <a:cubicBezTo>
                    <a:pt x="0" y="31"/>
                    <a:pt x="34" y="0"/>
                    <a:pt x="67" y="0"/>
                  </a:cubicBezTo>
                  <a:cubicBezTo>
                    <a:pt x="116" y="0"/>
                    <a:pt x="149" y="31"/>
                    <a:pt x="149" y="82"/>
                  </a:cubicBezTo>
                  <a:close/>
                </a:path>
              </a:pathLst>
            </a:custGeom>
            <a:solidFill>
              <a:srgbClr val="333333">
                <a:alpha val="38610"/>
              </a:srgbClr>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87" name="Google Shape;387;p28"/>
            <p:cNvSpPr/>
            <p:nvPr/>
          </p:nvSpPr>
          <p:spPr>
            <a:xfrm>
              <a:off x="7735964" y="2825183"/>
              <a:ext cx="84113" cy="82984"/>
            </a:xfrm>
            <a:custGeom>
              <a:avLst/>
              <a:gdLst/>
              <a:ahLst/>
              <a:cxnLst/>
              <a:rect l="l" t="t" r="r" b="b"/>
              <a:pathLst>
                <a:path w="149" h="147" extrusionOk="0">
                  <a:moveTo>
                    <a:pt x="149" y="82"/>
                  </a:moveTo>
                  <a:lnTo>
                    <a:pt x="149" y="82"/>
                  </a:lnTo>
                  <a:cubicBezTo>
                    <a:pt x="149" y="114"/>
                    <a:pt x="116" y="147"/>
                    <a:pt x="83" y="147"/>
                  </a:cubicBezTo>
                  <a:cubicBezTo>
                    <a:pt x="33" y="147"/>
                    <a:pt x="0" y="114"/>
                    <a:pt x="0" y="82"/>
                  </a:cubicBezTo>
                  <a:cubicBezTo>
                    <a:pt x="0" y="31"/>
                    <a:pt x="33" y="0"/>
                    <a:pt x="83" y="0"/>
                  </a:cubicBezTo>
                  <a:cubicBezTo>
                    <a:pt x="116" y="0"/>
                    <a:pt x="149" y="31"/>
                    <a:pt x="149" y="82"/>
                  </a:cubicBezTo>
                  <a:close/>
                </a:path>
              </a:pathLst>
            </a:custGeom>
            <a:solidFill>
              <a:srgbClr val="333333">
                <a:alpha val="38610"/>
              </a:srgbClr>
            </a:solidFill>
            <a:ln>
              <a:noFill/>
            </a:ln>
          </p:spPr>
          <p:txBody>
            <a:bodyPr spcFirstLastPara="1" wrap="square" lIns="90000" tIns="7900" rIns="90000" bIns="7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88" name="Google Shape;388;p28"/>
            <p:cNvSpPr/>
            <p:nvPr/>
          </p:nvSpPr>
          <p:spPr>
            <a:xfrm>
              <a:off x="6850236" y="3188167"/>
              <a:ext cx="532340" cy="540808"/>
            </a:xfrm>
            <a:custGeom>
              <a:avLst/>
              <a:gdLst/>
              <a:ahLst/>
              <a:cxnLst/>
              <a:rect l="l" t="t" r="r" b="b"/>
              <a:pathLst>
                <a:path w="943" h="958" extrusionOk="0">
                  <a:moveTo>
                    <a:pt x="943" y="479"/>
                  </a:moveTo>
                  <a:lnTo>
                    <a:pt x="943" y="479"/>
                  </a:lnTo>
                  <a:cubicBezTo>
                    <a:pt x="943" y="744"/>
                    <a:pt x="727" y="958"/>
                    <a:pt x="479" y="958"/>
                  </a:cubicBezTo>
                  <a:cubicBezTo>
                    <a:pt x="214" y="958"/>
                    <a:pt x="0" y="744"/>
                    <a:pt x="0" y="479"/>
                  </a:cubicBezTo>
                  <a:cubicBezTo>
                    <a:pt x="0" y="214"/>
                    <a:pt x="214" y="0"/>
                    <a:pt x="479" y="0"/>
                  </a:cubicBezTo>
                  <a:cubicBezTo>
                    <a:pt x="727" y="0"/>
                    <a:pt x="943" y="214"/>
                    <a:pt x="943" y="479"/>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89" name="Google Shape;389;p28"/>
            <p:cNvSpPr/>
            <p:nvPr/>
          </p:nvSpPr>
          <p:spPr>
            <a:xfrm>
              <a:off x="6934349" y="3281312"/>
              <a:ext cx="363549" cy="354517"/>
            </a:xfrm>
            <a:custGeom>
              <a:avLst/>
              <a:gdLst/>
              <a:ahLst/>
              <a:cxnLst/>
              <a:rect l="l" t="t" r="r" b="b"/>
              <a:pathLst>
                <a:path w="644" h="628" extrusionOk="0">
                  <a:moveTo>
                    <a:pt x="644" y="314"/>
                  </a:moveTo>
                  <a:lnTo>
                    <a:pt x="644" y="314"/>
                  </a:lnTo>
                  <a:cubicBezTo>
                    <a:pt x="644" y="479"/>
                    <a:pt x="529" y="611"/>
                    <a:pt x="379" y="628"/>
                  </a:cubicBezTo>
                  <a:cubicBezTo>
                    <a:pt x="379" y="579"/>
                    <a:pt x="379" y="579"/>
                    <a:pt x="379" y="579"/>
                  </a:cubicBezTo>
                  <a:cubicBezTo>
                    <a:pt x="379" y="579"/>
                    <a:pt x="379" y="561"/>
                    <a:pt x="364" y="561"/>
                  </a:cubicBezTo>
                  <a:cubicBezTo>
                    <a:pt x="281" y="561"/>
                    <a:pt x="281" y="561"/>
                    <a:pt x="281" y="561"/>
                  </a:cubicBezTo>
                  <a:lnTo>
                    <a:pt x="264" y="579"/>
                  </a:lnTo>
                  <a:cubicBezTo>
                    <a:pt x="264" y="628"/>
                    <a:pt x="264" y="628"/>
                    <a:pt x="264" y="628"/>
                  </a:cubicBezTo>
                  <a:cubicBezTo>
                    <a:pt x="114" y="611"/>
                    <a:pt x="0" y="479"/>
                    <a:pt x="0" y="314"/>
                  </a:cubicBezTo>
                  <a:cubicBezTo>
                    <a:pt x="0" y="165"/>
                    <a:pt x="114" y="33"/>
                    <a:pt x="264" y="0"/>
                  </a:cubicBezTo>
                  <a:cubicBezTo>
                    <a:pt x="264" y="49"/>
                    <a:pt x="264" y="49"/>
                    <a:pt x="264" y="49"/>
                  </a:cubicBezTo>
                  <a:cubicBezTo>
                    <a:pt x="264" y="66"/>
                    <a:pt x="281" y="66"/>
                    <a:pt x="281" y="66"/>
                  </a:cubicBezTo>
                  <a:cubicBezTo>
                    <a:pt x="364" y="66"/>
                    <a:pt x="364" y="66"/>
                    <a:pt x="364" y="66"/>
                  </a:cubicBezTo>
                  <a:cubicBezTo>
                    <a:pt x="379" y="66"/>
                    <a:pt x="379" y="66"/>
                    <a:pt x="379" y="49"/>
                  </a:cubicBezTo>
                  <a:cubicBezTo>
                    <a:pt x="379" y="0"/>
                    <a:pt x="379" y="0"/>
                    <a:pt x="379" y="0"/>
                  </a:cubicBezTo>
                  <a:cubicBezTo>
                    <a:pt x="529" y="33"/>
                    <a:pt x="644" y="165"/>
                    <a:pt x="644" y="314"/>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0" name="Google Shape;390;p28"/>
            <p:cNvSpPr/>
            <p:nvPr/>
          </p:nvSpPr>
          <p:spPr>
            <a:xfrm>
              <a:off x="6998704" y="3420748"/>
              <a:ext cx="84678" cy="84113"/>
            </a:xfrm>
            <a:custGeom>
              <a:avLst/>
              <a:gdLst/>
              <a:ahLst/>
              <a:cxnLst/>
              <a:rect l="l" t="t" r="r" b="b"/>
              <a:pathLst>
                <a:path w="150" h="149" extrusionOk="0">
                  <a:moveTo>
                    <a:pt x="150" y="67"/>
                  </a:moveTo>
                  <a:lnTo>
                    <a:pt x="150" y="67"/>
                  </a:lnTo>
                  <a:cubicBezTo>
                    <a:pt x="150" y="116"/>
                    <a:pt x="116" y="149"/>
                    <a:pt x="67" y="149"/>
                  </a:cubicBezTo>
                  <a:cubicBezTo>
                    <a:pt x="34" y="149"/>
                    <a:pt x="0" y="116"/>
                    <a:pt x="0" y="67"/>
                  </a:cubicBezTo>
                  <a:cubicBezTo>
                    <a:pt x="0" y="34"/>
                    <a:pt x="34" y="0"/>
                    <a:pt x="67" y="0"/>
                  </a:cubicBezTo>
                  <a:cubicBezTo>
                    <a:pt x="116" y="0"/>
                    <a:pt x="150" y="34"/>
                    <a:pt x="150" y="67"/>
                  </a:cubicBezTo>
                  <a:close/>
                </a:path>
              </a:pathLst>
            </a:custGeom>
            <a:solidFill>
              <a:srgbClr val="333333">
                <a:alpha val="38610"/>
              </a:srgbClr>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91" name="Google Shape;391;p28"/>
            <p:cNvSpPr/>
            <p:nvPr/>
          </p:nvSpPr>
          <p:spPr>
            <a:xfrm>
              <a:off x="7158463" y="3420748"/>
              <a:ext cx="82984" cy="84113"/>
            </a:xfrm>
            <a:custGeom>
              <a:avLst/>
              <a:gdLst/>
              <a:ahLst/>
              <a:cxnLst/>
              <a:rect l="l" t="t" r="r" b="b"/>
              <a:pathLst>
                <a:path w="147" h="149" extrusionOk="0">
                  <a:moveTo>
                    <a:pt x="147" y="67"/>
                  </a:moveTo>
                  <a:lnTo>
                    <a:pt x="147" y="67"/>
                  </a:lnTo>
                  <a:cubicBezTo>
                    <a:pt x="147" y="116"/>
                    <a:pt x="114" y="149"/>
                    <a:pt x="82" y="149"/>
                  </a:cubicBezTo>
                  <a:cubicBezTo>
                    <a:pt x="32" y="149"/>
                    <a:pt x="0" y="116"/>
                    <a:pt x="0" y="67"/>
                  </a:cubicBezTo>
                  <a:cubicBezTo>
                    <a:pt x="0" y="34"/>
                    <a:pt x="32" y="0"/>
                    <a:pt x="82" y="0"/>
                  </a:cubicBezTo>
                  <a:cubicBezTo>
                    <a:pt x="114" y="0"/>
                    <a:pt x="147" y="34"/>
                    <a:pt x="147" y="67"/>
                  </a:cubicBezTo>
                  <a:close/>
                </a:path>
              </a:pathLst>
            </a:custGeom>
            <a:solidFill>
              <a:srgbClr val="333333">
                <a:alpha val="38610"/>
              </a:srgbClr>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92" name="Google Shape;392;p28"/>
            <p:cNvSpPr/>
            <p:nvPr/>
          </p:nvSpPr>
          <p:spPr>
            <a:xfrm>
              <a:off x="7428867" y="3188167"/>
              <a:ext cx="531211" cy="540808"/>
            </a:xfrm>
            <a:custGeom>
              <a:avLst/>
              <a:gdLst/>
              <a:ahLst/>
              <a:cxnLst/>
              <a:rect l="l" t="t" r="r" b="b"/>
              <a:pathLst>
                <a:path w="941" h="958" extrusionOk="0">
                  <a:moveTo>
                    <a:pt x="941" y="479"/>
                  </a:moveTo>
                  <a:lnTo>
                    <a:pt x="941" y="479"/>
                  </a:lnTo>
                  <a:cubicBezTo>
                    <a:pt x="941" y="744"/>
                    <a:pt x="727" y="958"/>
                    <a:pt x="479" y="958"/>
                  </a:cubicBezTo>
                  <a:cubicBezTo>
                    <a:pt x="214" y="958"/>
                    <a:pt x="0" y="744"/>
                    <a:pt x="0" y="479"/>
                  </a:cubicBezTo>
                  <a:cubicBezTo>
                    <a:pt x="0" y="214"/>
                    <a:pt x="214" y="0"/>
                    <a:pt x="479" y="0"/>
                  </a:cubicBezTo>
                  <a:cubicBezTo>
                    <a:pt x="727" y="0"/>
                    <a:pt x="941" y="214"/>
                    <a:pt x="941" y="479"/>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3" name="Google Shape;393;p28"/>
            <p:cNvSpPr/>
            <p:nvPr/>
          </p:nvSpPr>
          <p:spPr>
            <a:xfrm>
              <a:off x="7512415" y="3281312"/>
              <a:ext cx="364114" cy="354517"/>
            </a:xfrm>
            <a:custGeom>
              <a:avLst/>
              <a:gdLst/>
              <a:ahLst/>
              <a:cxnLst/>
              <a:rect l="l" t="t" r="r" b="b"/>
              <a:pathLst>
                <a:path w="645" h="628" extrusionOk="0">
                  <a:moveTo>
                    <a:pt x="645" y="314"/>
                  </a:moveTo>
                  <a:lnTo>
                    <a:pt x="645" y="314"/>
                  </a:lnTo>
                  <a:cubicBezTo>
                    <a:pt x="645" y="479"/>
                    <a:pt x="529" y="611"/>
                    <a:pt x="380" y="628"/>
                  </a:cubicBezTo>
                  <a:cubicBezTo>
                    <a:pt x="380" y="579"/>
                    <a:pt x="380" y="579"/>
                    <a:pt x="380" y="579"/>
                  </a:cubicBezTo>
                  <a:cubicBezTo>
                    <a:pt x="380" y="579"/>
                    <a:pt x="380" y="561"/>
                    <a:pt x="364" y="561"/>
                  </a:cubicBezTo>
                  <a:cubicBezTo>
                    <a:pt x="280" y="561"/>
                    <a:pt x="280" y="561"/>
                    <a:pt x="280" y="561"/>
                  </a:cubicBezTo>
                  <a:lnTo>
                    <a:pt x="264" y="579"/>
                  </a:lnTo>
                  <a:cubicBezTo>
                    <a:pt x="264" y="628"/>
                    <a:pt x="264" y="628"/>
                    <a:pt x="264" y="628"/>
                  </a:cubicBezTo>
                  <a:cubicBezTo>
                    <a:pt x="115" y="611"/>
                    <a:pt x="0" y="479"/>
                    <a:pt x="0" y="314"/>
                  </a:cubicBezTo>
                  <a:cubicBezTo>
                    <a:pt x="0" y="165"/>
                    <a:pt x="115" y="33"/>
                    <a:pt x="264" y="0"/>
                  </a:cubicBezTo>
                  <a:cubicBezTo>
                    <a:pt x="264" y="49"/>
                    <a:pt x="264" y="49"/>
                    <a:pt x="264" y="49"/>
                  </a:cubicBezTo>
                  <a:cubicBezTo>
                    <a:pt x="264" y="66"/>
                    <a:pt x="280" y="66"/>
                    <a:pt x="280" y="66"/>
                  </a:cubicBezTo>
                  <a:cubicBezTo>
                    <a:pt x="364" y="66"/>
                    <a:pt x="364" y="66"/>
                    <a:pt x="364" y="66"/>
                  </a:cubicBezTo>
                  <a:cubicBezTo>
                    <a:pt x="380" y="66"/>
                    <a:pt x="380" y="66"/>
                    <a:pt x="380" y="49"/>
                  </a:cubicBezTo>
                  <a:cubicBezTo>
                    <a:pt x="380" y="0"/>
                    <a:pt x="380" y="0"/>
                    <a:pt x="380" y="0"/>
                  </a:cubicBezTo>
                  <a:cubicBezTo>
                    <a:pt x="529" y="33"/>
                    <a:pt x="645" y="165"/>
                    <a:pt x="645" y="314"/>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4" name="Google Shape;394;p28"/>
            <p:cNvSpPr/>
            <p:nvPr/>
          </p:nvSpPr>
          <p:spPr>
            <a:xfrm>
              <a:off x="7577335" y="3420748"/>
              <a:ext cx="84113" cy="84113"/>
            </a:xfrm>
            <a:custGeom>
              <a:avLst/>
              <a:gdLst/>
              <a:ahLst/>
              <a:cxnLst/>
              <a:rect l="l" t="t" r="r" b="b"/>
              <a:pathLst>
                <a:path w="149" h="149" extrusionOk="0">
                  <a:moveTo>
                    <a:pt x="149" y="67"/>
                  </a:moveTo>
                  <a:lnTo>
                    <a:pt x="149" y="67"/>
                  </a:lnTo>
                  <a:cubicBezTo>
                    <a:pt x="149" y="116"/>
                    <a:pt x="116" y="149"/>
                    <a:pt x="67" y="149"/>
                  </a:cubicBezTo>
                  <a:cubicBezTo>
                    <a:pt x="34" y="149"/>
                    <a:pt x="0" y="116"/>
                    <a:pt x="0" y="67"/>
                  </a:cubicBezTo>
                  <a:cubicBezTo>
                    <a:pt x="0" y="34"/>
                    <a:pt x="34" y="0"/>
                    <a:pt x="67" y="0"/>
                  </a:cubicBezTo>
                  <a:cubicBezTo>
                    <a:pt x="116" y="0"/>
                    <a:pt x="149" y="34"/>
                    <a:pt x="149" y="67"/>
                  </a:cubicBezTo>
                  <a:close/>
                </a:path>
              </a:pathLst>
            </a:custGeom>
            <a:solidFill>
              <a:srgbClr val="333333">
                <a:alpha val="38610"/>
              </a:srgbClr>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95" name="Google Shape;395;p28"/>
            <p:cNvSpPr/>
            <p:nvPr/>
          </p:nvSpPr>
          <p:spPr>
            <a:xfrm>
              <a:off x="7735964" y="3420748"/>
              <a:ext cx="84113" cy="84113"/>
            </a:xfrm>
            <a:custGeom>
              <a:avLst/>
              <a:gdLst/>
              <a:ahLst/>
              <a:cxnLst/>
              <a:rect l="l" t="t" r="r" b="b"/>
              <a:pathLst>
                <a:path w="149" h="149" extrusionOk="0">
                  <a:moveTo>
                    <a:pt x="149" y="67"/>
                  </a:moveTo>
                  <a:lnTo>
                    <a:pt x="149" y="67"/>
                  </a:lnTo>
                  <a:cubicBezTo>
                    <a:pt x="149" y="116"/>
                    <a:pt x="116" y="149"/>
                    <a:pt x="83" y="149"/>
                  </a:cubicBezTo>
                  <a:cubicBezTo>
                    <a:pt x="33" y="149"/>
                    <a:pt x="0" y="116"/>
                    <a:pt x="0" y="67"/>
                  </a:cubicBezTo>
                  <a:cubicBezTo>
                    <a:pt x="0" y="34"/>
                    <a:pt x="33" y="0"/>
                    <a:pt x="83" y="0"/>
                  </a:cubicBezTo>
                  <a:cubicBezTo>
                    <a:pt x="116" y="0"/>
                    <a:pt x="149" y="34"/>
                    <a:pt x="149" y="67"/>
                  </a:cubicBezTo>
                  <a:close/>
                </a:path>
              </a:pathLst>
            </a:custGeom>
            <a:solidFill>
              <a:srgbClr val="333333">
                <a:alpha val="38610"/>
              </a:srgbClr>
            </a:solidFill>
            <a:ln>
              <a:noFill/>
            </a:ln>
          </p:spPr>
          <p:txBody>
            <a:bodyPr spcFirstLastPara="1" wrap="square" lIns="90000" tIns="8625" rIns="90000" bIns="86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96" name="Google Shape;396;p28"/>
            <p:cNvSpPr/>
            <p:nvPr/>
          </p:nvSpPr>
          <p:spPr>
            <a:xfrm>
              <a:off x="7782819" y="4362926"/>
              <a:ext cx="214517" cy="46855"/>
            </a:xfrm>
            <a:custGeom>
              <a:avLst/>
              <a:gdLst/>
              <a:ahLst/>
              <a:cxnLst/>
              <a:rect l="l" t="t" r="r" b="b"/>
              <a:pathLst>
                <a:path w="380" h="83" extrusionOk="0">
                  <a:moveTo>
                    <a:pt x="0" y="33"/>
                  </a:moveTo>
                  <a:lnTo>
                    <a:pt x="0" y="33"/>
                  </a:lnTo>
                  <a:cubicBezTo>
                    <a:pt x="0" y="18"/>
                    <a:pt x="17" y="0"/>
                    <a:pt x="33" y="0"/>
                  </a:cubicBezTo>
                  <a:cubicBezTo>
                    <a:pt x="347" y="0"/>
                    <a:pt x="347" y="0"/>
                    <a:pt x="347" y="0"/>
                  </a:cubicBezTo>
                  <a:cubicBezTo>
                    <a:pt x="365" y="0"/>
                    <a:pt x="380" y="18"/>
                    <a:pt x="380" y="33"/>
                  </a:cubicBezTo>
                  <a:cubicBezTo>
                    <a:pt x="380" y="51"/>
                    <a:pt x="380" y="51"/>
                    <a:pt x="380" y="51"/>
                  </a:cubicBezTo>
                  <a:cubicBezTo>
                    <a:pt x="380" y="67"/>
                    <a:pt x="365" y="83"/>
                    <a:pt x="347" y="83"/>
                  </a:cubicBezTo>
                  <a:cubicBezTo>
                    <a:pt x="33" y="83"/>
                    <a:pt x="33" y="83"/>
                    <a:pt x="33" y="83"/>
                  </a:cubicBezTo>
                  <a:cubicBezTo>
                    <a:pt x="17" y="83"/>
                    <a:pt x="0" y="67"/>
                    <a:pt x="0" y="51"/>
                  </a:cubicBezTo>
                  <a:lnTo>
                    <a:pt x="0" y="33"/>
                  </a:ln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7" name="Google Shape;397;p28"/>
            <p:cNvSpPr/>
            <p:nvPr/>
          </p:nvSpPr>
          <p:spPr>
            <a:xfrm>
              <a:off x="7782819" y="4204297"/>
              <a:ext cx="214517" cy="37823"/>
            </a:xfrm>
            <a:custGeom>
              <a:avLst/>
              <a:gdLst/>
              <a:ahLst/>
              <a:cxnLst/>
              <a:rect l="l" t="t" r="r" b="b"/>
              <a:pathLst>
                <a:path w="380" h="67" extrusionOk="0">
                  <a:moveTo>
                    <a:pt x="0" y="34"/>
                  </a:moveTo>
                  <a:lnTo>
                    <a:pt x="0" y="34"/>
                  </a:lnTo>
                  <a:cubicBezTo>
                    <a:pt x="0" y="18"/>
                    <a:pt x="17" y="0"/>
                    <a:pt x="33" y="0"/>
                  </a:cubicBezTo>
                  <a:cubicBezTo>
                    <a:pt x="347" y="0"/>
                    <a:pt x="347" y="0"/>
                    <a:pt x="347" y="0"/>
                  </a:cubicBezTo>
                  <a:cubicBezTo>
                    <a:pt x="365" y="0"/>
                    <a:pt x="380" y="18"/>
                    <a:pt x="380" y="34"/>
                  </a:cubicBezTo>
                  <a:lnTo>
                    <a:pt x="380" y="34"/>
                  </a:lnTo>
                  <a:cubicBezTo>
                    <a:pt x="380" y="67"/>
                    <a:pt x="365" y="67"/>
                    <a:pt x="347" y="67"/>
                  </a:cubicBezTo>
                  <a:cubicBezTo>
                    <a:pt x="33" y="67"/>
                    <a:pt x="33" y="67"/>
                    <a:pt x="33" y="67"/>
                  </a:cubicBezTo>
                  <a:cubicBezTo>
                    <a:pt x="17" y="67"/>
                    <a:pt x="0" y="67"/>
                    <a:pt x="0" y="34"/>
                  </a:cubicBezTo>
                  <a:close/>
                </a:path>
              </a:pathLst>
            </a:custGeom>
            <a:solidFill>
              <a:schemeClr val="dk1"/>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8" name="Google Shape;398;p28"/>
            <p:cNvSpPr/>
            <p:nvPr/>
          </p:nvSpPr>
          <p:spPr>
            <a:xfrm>
              <a:off x="7568867" y="4130345"/>
              <a:ext cx="307662" cy="344356"/>
            </a:xfrm>
            <a:custGeom>
              <a:avLst/>
              <a:gdLst/>
              <a:ahLst/>
              <a:cxnLst/>
              <a:rect l="l" t="t" r="r" b="b"/>
              <a:pathLst>
                <a:path w="545" h="610" extrusionOk="0">
                  <a:moveTo>
                    <a:pt x="0" y="577"/>
                  </a:moveTo>
                  <a:lnTo>
                    <a:pt x="0" y="577"/>
                  </a:lnTo>
                  <a:cubicBezTo>
                    <a:pt x="0" y="49"/>
                    <a:pt x="0" y="49"/>
                    <a:pt x="0" y="49"/>
                  </a:cubicBezTo>
                  <a:cubicBezTo>
                    <a:pt x="0" y="33"/>
                    <a:pt x="15" y="0"/>
                    <a:pt x="49" y="0"/>
                  </a:cubicBezTo>
                  <a:cubicBezTo>
                    <a:pt x="512" y="0"/>
                    <a:pt x="512" y="0"/>
                    <a:pt x="512" y="0"/>
                  </a:cubicBezTo>
                  <a:cubicBezTo>
                    <a:pt x="528" y="0"/>
                    <a:pt x="545" y="33"/>
                    <a:pt x="545" y="49"/>
                  </a:cubicBezTo>
                  <a:cubicBezTo>
                    <a:pt x="545" y="577"/>
                    <a:pt x="545" y="577"/>
                    <a:pt x="545" y="577"/>
                  </a:cubicBezTo>
                  <a:cubicBezTo>
                    <a:pt x="545" y="595"/>
                    <a:pt x="528" y="610"/>
                    <a:pt x="512" y="610"/>
                  </a:cubicBezTo>
                  <a:cubicBezTo>
                    <a:pt x="49" y="610"/>
                    <a:pt x="49" y="610"/>
                    <a:pt x="49" y="610"/>
                  </a:cubicBezTo>
                  <a:cubicBezTo>
                    <a:pt x="15" y="610"/>
                    <a:pt x="0" y="595"/>
                    <a:pt x="0" y="577"/>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9" name="Google Shape;399;p28"/>
            <p:cNvSpPr/>
            <p:nvPr/>
          </p:nvSpPr>
          <p:spPr>
            <a:xfrm>
              <a:off x="7792416" y="4130345"/>
              <a:ext cx="84113" cy="344356"/>
            </a:xfrm>
            <a:custGeom>
              <a:avLst/>
              <a:gdLst/>
              <a:ahLst/>
              <a:cxnLst/>
              <a:rect l="l" t="t" r="r" b="b"/>
              <a:pathLst>
                <a:path w="149" h="610" extrusionOk="0">
                  <a:moveTo>
                    <a:pt x="0" y="610"/>
                  </a:moveTo>
                  <a:lnTo>
                    <a:pt x="0" y="610"/>
                  </a:lnTo>
                  <a:cubicBezTo>
                    <a:pt x="0" y="0"/>
                    <a:pt x="0" y="0"/>
                    <a:pt x="0" y="0"/>
                  </a:cubicBezTo>
                  <a:cubicBezTo>
                    <a:pt x="116" y="0"/>
                    <a:pt x="116" y="0"/>
                    <a:pt x="116" y="0"/>
                  </a:cubicBezTo>
                  <a:cubicBezTo>
                    <a:pt x="132" y="0"/>
                    <a:pt x="149" y="33"/>
                    <a:pt x="149" y="49"/>
                  </a:cubicBezTo>
                  <a:cubicBezTo>
                    <a:pt x="149" y="577"/>
                    <a:pt x="149" y="577"/>
                    <a:pt x="149" y="577"/>
                  </a:cubicBezTo>
                  <a:cubicBezTo>
                    <a:pt x="149" y="595"/>
                    <a:pt x="132" y="610"/>
                    <a:pt x="116" y="610"/>
                  </a:cubicBezTo>
                  <a:lnTo>
                    <a:pt x="0" y="610"/>
                  </a:lnTo>
                  <a:close/>
                </a:path>
              </a:pathLst>
            </a:custGeom>
            <a:solidFill>
              <a:schemeClr val="accent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13" name="Picture 12">
            <a:extLst>
              <a:ext uri="{FF2B5EF4-FFF2-40B4-BE49-F238E27FC236}">
                <a16:creationId xmlns:a16="http://schemas.microsoft.com/office/drawing/2014/main" id="{4A9FA71C-3DDC-4422-8A0B-2B6DD0875054}"/>
              </a:ext>
            </a:extLst>
          </p:cNvPr>
          <p:cNvPicPr>
            <a:picLocks noChangeAspect="1"/>
          </p:cNvPicPr>
          <p:nvPr/>
        </p:nvPicPr>
        <p:blipFill>
          <a:blip r:embed="rId3"/>
          <a:stretch>
            <a:fillRect/>
          </a:stretch>
        </p:blipFill>
        <p:spPr>
          <a:xfrm>
            <a:off x="348669" y="792592"/>
            <a:ext cx="6039113" cy="3780037"/>
          </a:xfrm>
          <a:prstGeom prst="rect">
            <a:avLst/>
          </a:prstGeom>
        </p:spPr>
      </p:pic>
      <p:sp>
        <p:nvSpPr>
          <p:cNvPr id="2" name="Google Shape;362;p27">
            <a:extLst>
              <a:ext uri="{FF2B5EF4-FFF2-40B4-BE49-F238E27FC236}">
                <a16:creationId xmlns:a16="http://schemas.microsoft.com/office/drawing/2014/main" id="{04EB3E57-A444-D5E1-B24B-14FB27A2A275}"/>
              </a:ext>
            </a:extLst>
          </p:cNvPr>
          <p:cNvSpPr txBox="1">
            <a:spLocks noGrp="1"/>
          </p:cNvSpPr>
          <p:nvPr>
            <p:ph type="title"/>
          </p:nvPr>
        </p:nvSpPr>
        <p:spPr>
          <a:xfrm>
            <a:off x="494189" y="187152"/>
            <a:ext cx="7704000" cy="572700"/>
          </a:xfrm>
          <a:prstGeom prst="rect">
            <a:avLst/>
          </a:prstGeom>
        </p:spPr>
        <p:txBody>
          <a:bodyPr spcFirstLastPara="1" wrap="square" lIns="91425" tIns="91425" rIns="91425" bIns="91425" anchor="t" anchorCtr="0">
            <a:noAutofit/>
          </a:bodyPr>
          <a:lstStyle/>
          <a:p>
            <a:pPr lvl="0" algn="ctr"/>
            <a:r>
              <a:rPr lang="en-IN" sz="2800" dirty="0"/>
              <a:t>ER Diagram</a:t>
            </a:r>
            <a:endParaRPr sz="2800" dirty="0"/>
          </a:p>
        </p:txBody>
      </p:sp>
      <p:pic>
        <p:nvPicPr>
          <p:cNvPr id="4" name="Picture 3">
            <a:extLst>
              <a:ext uri="{FF2B5EF4-FFF2-40B4-BE49-F238E27FC236}">
                <a16:creationId xmlns:a16="http://schemas.microsoft.com/office/drawing/2014/main" id="{F0021060-2F7F-5C6D-E89D-6E58E1024C08}"/>
              </a:ext>
            </a:extLst>
          </p:cNvPr>
          <p:cNvPicPr>
            <a:picLocks noChangeAspect="1"/>
          </p:cNvPicPr>
          <p:nvPr/>
        </p:nvPicPr>
        <p:blipFill>
          <a:blip r:embed="rId4"/>
          <a:stretch>
            <a:fillRect/>
          </a:stretch>
        </p:blipFill>
        <p:spPr>
          <a:xfrm>
            <a:off x="0" y="4771655"/>
            <a:ext cx="1473203" cy="34424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1">
          <a:extLst>
            <a:ext uri="{FF2B5EF4-FFF2-40B4-BE49-F238E27FC236}">
              <a16:creationId xmlns:a16="http://schemas.microsoft.com/office/drawing/2014/main" id="{3CE0E8FE-FF64-3C53-C9E2-76A8388CDF4D}"/>
            </a:ext>
          </a:extLst>
        </p:cNvPr>
        <p:cNvGrpSpPr/>
        <p:nvPr/>
      </p:nvGrpSpPr>
      <p:grpSpPr>
        <a:xfrm>
          <a:off x="0" y="0"/>
          <a:ext cx="0" cy="0"/>
          <a:chOff x="0" y="0"/>
          <a:chExt cx="0" cy="0"/>
        </a:xfrm>
      </p:grpSpPr>
      <p:sp>
        <p:nvSpPr>
          <p:cNvPr id="362" name="Google Shape;362;p27">
            <a:extLst>
              <a:ext uri="{FF2B5EF4-FFF2-40B4-BE49-F238E27FC236}">
                <a16:creationId xmlns:a16="http://schemas.microsoft.com/office/drawing/2014/main" id="{B737230B-730F-96EB-A657-0C72D597A1F1}"/>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n-IN" dirty="0"/>
              <a:t>Problem Statement</a:t>
            </a:r>
            <a:endParaRPr dirty="0"/>
          </a:p>
        </p:txBody>
      </p:sp>
      <p:sp>
        <p:nvSpPr>
          <p:cNvPr id="364" name="Google Shape;364;p27">
            <a:extLst>
              <a:ext uri="{FF2B5EF4-FFF2-40B4-BE49-F238E27FC236}">
                <a16:creationId xmlns:a16="http://schemas.microsoft.com/office/drawing/2014/main" id="{26F236CB-3EB4-5CBB-D516-B4431476BEAD}"/>
              </a:ext>
            </a:extLst>
          </p:cNvPr>
          <p:cNvSpPr txBox="1">
            <a:spLocks noGrp="1"/>
          </p:cNvSpPr>
          <p:nvPr>
            <p:ph type="subTitle" idx="2"/>
          </p:nvPr>
        </p:nvSpPr>
        <p:spPr>
          <a:xfrm>
            <a:off x="476250" y="1112200"/>
            <a:ext cx="8267699" cy="3440750"/>
          </a:xfrm>
          <a:prstGeom prst="rect">
            <a:avLst/>
          </a:prstGeom>
        </p:spPr>
        <p:txBody>
          <a:bodyPr spcFirstLastPara="1" wrap="square" lIns="91425" tIns="91425" rIns="91425" bIns="91425" anchor="t" anchorCtr="0">
            <a:noAutofit/>
          </a:bodyPr>
          <a:lstStyle/>
          <a:p>
            <a:pPr marL="0" lvl="0" indent="0" algn="just">
              <a:lnSpc>
                <a:spcPct val="150000"/>
              </a:lnSpc>
            </a:pPr>
            <a:r>
              <a:rPr lang="en-US" sz="1600" dirty="0">
                <a:latin typeface="+mj-lt"/>
              </a:rPr>
              <a:t>The rapid rise in global energy consumption has created significant environmental and economic challenges. Countries vary widely in how they produce and use energy, leading to uneven patterns of emissions, resource dependency, and sustainability performance. This project aims to analyze and compare global energy data — including production, consumption, GDP, and emissions — using MySQL to uncover trends, correlations, and disparities among nations. By doing so, it seeks to identify key contributors to global emissions, evaluate efficiency through per-capita and GDP ratios, and provide insights that can support sustainable energy policy decisions.</a:t>
            </a:r>
            <a:endParaRPr sz="1600" dirty="0">
              <a:latin typeface="+mj-lt"/>
            </a:endParaRPr>
          </a:p>
        </p:txBody>
      </p:sp>
      <p:pic>
        <p:nvPicPr>
          <p:cNvPr id="3" name="Picture 2">
            <a:extLst>
              <a:ext uri="{FF2B5EF4-FFF2-40B4-BE49-F238E27FC236}">
                <a16:creationId xmlns:a16="http://schemas.microsoft.com/office/drawing/2014/main" id="{531CEABC-6849-6799-F77E-C48D82CD4F77}"/>
              </a:ext>
            </a:extLst>
          </p:cNvPr>
          <p:cNvPicPr>
            <a:picLocks noChangeAspect="1"/>
          </p:cNvPicPr>
          <p:nvPr/>
        </p:nvPicPr>
        <p:blipFill>
          <a:blip r:embed="rId3"/>
          <a:stretch>
            <a:fillRect/>
          </a:stretch>
        </p:blipFill>
        <p:spPr>
          <a:xfrm>
            <a:off x="0" y="4771655"/>
            <a:ext cx="1473203" cy="344241"/>
          </a:xfrm>
          <a:prstGeom prst="rect">
            <a:avLst/>
          </a:prstGeom>
        </p:spPr>
      </p:pic>
    </p:spTree>
    <p:extLst>
      <p:ext uri="{BB962C8B-B14F-4D97-AF65-F5344CB8AC3E}">
        <p14:creationId xmlns:p14="http://schemas.microsoft.com/office/powerpoint/2010/main" val="2449945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29"/>
          <p:cNvSpPr txBox="1">
            <a:spLocks noGrp="1"/>
          </p:cNvSpPr>
          <p:nvPr>
            <p:ph type="title"/>
          </p:nvPr>
        </p:nvSpPr>
        <p:spPr>
          <a:xfrm>
            <a:off x="713224" y="539500"/>
            <a:ext cx="8301683" cy="576000"/>
          </a:xfrm>
          <a:prstGeom prst="rect">
            <a:avLst/>
          </a:prstGeom>
        </p:spPr>
        <p:txBody>
          <a:bodyPr spcFirstLastPara="1" wrap="square" lIns="91425" tIns="91425" rIns="91425" bIns="91425" anchor="t" anchorCtr="0">
            <a:noAutofit/>
          </a:bodyPr>
          <a:lstStyle/>
          <a:p>
            <a:pPr lvl="0"/>
            <a:r>
              <a:rPr lang="en-US" sz="1800" b="0" dirty="0"/>
              <a:t>1. What is the total emission per country for the most recent year available?</a:t>
            </a:r>
            <a:endParaRPr sz="1800" b="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5DCF9663-6B9D-5410-2A1C-C2711FC4A83A}"/>
              </a:ext>
            </a:extLst>
          </p:cNvPr>
          <p:cNvPicPr>
            <a:picLocks noChangeAspect="1"/>
          </p:cNvPicPr>
          <p:nvPr/>
        </p:nvPicPr>
        <p:blipFill>
          <a:blip r:embed="rId3"/>
          <a:stretch>
            <a:fillRect/>
          </a:stretch>
        </p:blipFill>
        <p:spPr>
          <a:xfrm>
            <a:off x="6124321" y="1369078"/>
            <a:ext cx="2890587" cy="3461567"/>
          </a:xfrm>
          <a:prstGeom prst="rect">
            <a:avLst/>
          </a:prstGeom>
          <a:ln>
            <a:noFill/>
          </a:ln>
          <a:effectLst>
            <a:outerShdw blurRad="292100" dist="139700" dir="2700000" algn="tl" rotWithShape="0">
              <a:srgbClr val="333333">
                <a:alpha val="65000"/>
              </a:srgbClr>
            </a:outerShdw>
          </a:effectLst>
        </p:spPr>
      </p:pic>
      <p:pic>
        <p:nvPicPr>
          <p:cNvPr id="3" name="Picture 2" descr="A graph with blue and white bars&#10;&#10;AI-generated content may be incorrect.">
            <a:extLst>
              <a:ext uri="{FF2B5EF4-FFF2-40B4-BE49-F238E27FC236}">
                <a16:creationId xmlns:a16="http://schemas.microsoft.com/office/drawing/2014/main" id="{3245E039-0D40-E0C0-576F-0D7304AA299D}"/>
              </a:ext>
            </a:extLst>
          </p:cNvPr>
          <p:cNvPicPr>
            <a:picLocks noChangeAspect="1"/>
          </p:cNvPicPr>
          <p:nvPr/>
        </p:nvPicPr>
        <p:blipFill>
          <a:blip r:embed="rId4"/>
          <a:stretch>
            <a:fillRect/>
          </a:stretch>
        </p:blipFill>
        <p:spPr>
          <a:xfrm>
            <a:off x="995005" y="2737081"/>
            <a:ext cx="4324787" cy="209356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2" name="Picture 1">
            <a:extLst>
              <a:ext uri="{FF2B5EF4-FFF2-40B4-BE49-F238E27FC236}">
                <a16:creationId xmlns:a16="http://schemas.microsoft.com/office/drawing/2014/main" id="{A5CC9057-1C1B-DCB0-F483-3DDBDEEDD468}"/>
              </a:ext>
            </a:extLst>
          </p:cNvPr>
          <p:cNvPicPr>
            <a:picLocks noChangeAspect="1"/>
          </p:cNvPicPr>
          <p:nvPr/>
        </p:nvPicPr>
        <p:blipFill>
          <a:blip r:embed="rId5"/>
          <a:stretch>
            <a:fillRect/>
          </a:stretch>
        </p:blipFill>
        <p:spPr>
          <a:xfrm>
            <a:off x="7670796" y="4779168"/>
            <a:ext cx="1473203" cy="344241"/>
          </a:xfrm>
          <a:prstGeom prst="rect">
            <a:avLst/>
          </a:prstGeom>
        </p:spPr>
      </p:pic>
      <p:pic>
        <p:nvPicPr>
          <p:cNvPr id="6" name="Picture 5">
            <a:extLst>
              <a:ext uri="{FF2B5EF4-FFF2-40B4-BE49-F238E27FC236}">
                <a16:creationId xmlns:a16="http://schemas.microsoft.com/office/drawing/2014/main" id="{FB52FFBB-0E86-E2B1-AEEB-A350B8E7DF36}"/>
              </a:ext>
            </a:extLst>
          </p:cNvPr>
          <p:cNvPicPr>
            <a:picLocks noChangeAspect="1"/>
          </p:cNvPicPr>
          <p:nvPr/>
        </p:nvPicPr>
        <p:blipFill>
          <a:blip r:embed="rId6"/>
          <a:stretch>
            <a:fillRect/>
          </a:stretch>
        </p:blipFill>
        <p:spPr>
          <a:xfrm>
            <a:off x="882681" y="1463312"/>
            <a:ext cx="4839375" cy="9431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cxnSp>
        <p:nvCxnSpPr>
          <p:cNvPr id="478" name="Google Shape;478;p34"/>
          <p:cNvCxnSpPr/>
          <p:nvPr/>
        </p:nvCxnSpPr>
        <p:spPr>
          <a:xfrm>
            <a:off x="-29150" y="3236550"/>
            <a:ext cx="515100" cy="0"/>
          </a:xfrm>
          <a:prstGeom prst="straightConnector1">
            <a:avLst/>
          </a:prstGeom>
          <a:noFill/>
          <a:ln w="9525" cap="flat" cmpd="sng">
            <a:solidFill>
              <a:schemeClr val="dk1"/>
            </a:solidFill>
            <a:prstDash val="dash"/>
            <a:round/>
            <a:headEnd type="none" w="med" len="med"/>
            <a:tailEnd type="none" w="med" len="med"/>
          </a:ln>
        </p:spPr>
      </p:cxnSp>
      <p:sp>
        <p:nvSpPr>
          <p:cNvPr id="479" name="Google Shape;479;p34"/>
          <p:cNvSpPr/>
          <p:nvPr/>
        </p:nvSpPr>
        <p:spPr>
          <a:xfrm>
            <a:off x="1023575" y="277775"/>
            <a:ext cx="7818305" cy="3320545"/>
          </a:xfrm>
          <a:custGeom>
            <a:avLst/>
            <a:gdLst/>
            <a:ahLst/>
            <a:cxnLst/>
            <a:rect l="l" t="t" r="r" b="b"/>
            <a:pathLst>
              <a:path w="22609" h="10401" fill="none" extrusionOk="0">
                <a:moveTo>
                  <a:pt x="19388" y="10401"/>
                </a:moveTo>
                <a:lnTo>
                  <a:pt x="19388" y="10401"/>
                </a:lnTo>
                <a:cubicBezTo>
                  <a:pt x="21897" y="10401"/>
                  <a:pt x="21897" y="10401"/>
                  <a:pt x="21897" y="10401"/>
                </a:cubicBezTo>
                <a:cubicBezTo>
                  <a:pt x="22292" y="10401"/>
                  <a:pt x="22609" y="10084"/>
                  <a:pt x="22609" y="9693"/>
                </a:cubicBezTo>
                <a:cubicBezTo>
                  <a:pt x="22609" y="478"/>
                  <a:pt x="22609" y="478"/>
                  <a:pt x="22609" y="478"/>
                </a:cubicBezTo>
                <a:cubicBezTo>
                  <a:pt x="22609" y="215"/>
                  <a:pt x="22394" y="0"/>
                  <a:pt x="22131" y="0"/>
                </a:cubicBezTo>
                <a:cubicBezTo>
                  <a:pt x="478" y="0"/>
                  <a:pt x="478" y="0"/>
                  <a:pt x="478" y="0"/>
                </a:cubicBezTo>
                <a:cubicBezTo>
                  <a:pt x="215" y="0"/>
                  <a:pt x="0" y="215"/>
                  <a:pt x="0" y="478"/>
                </a:cubicBezTo>
                <a:cubicBezTo>
                  <a:pt x="0" y="4670"/>
                  <a:pt x="0" y="4670"/>
                  <a:pt x="0" y="4670"/>
                </a:cubicBezTo>
              </a:path>
            </a:pathLst>
          </a:custGeom>
          <a:noFill/>
          <a:ln w="9525" cap="rnd" cmpd="sng">
            <a:solidFill>
              <a:schemeClr val="dk1"/>
            </a:solidFill>
            <a:prstDash val="solid"/>
            <a:round/>
            <a:headEnd type="none" w="sm" len="sm"/>
            <a:tailEnd type="none" w="sm" len="sm"/>
          </a:ln>
        </p:spPr>
        <p:txBody>
          <a:bodyPr spcFirstLastPara="1" wrap="square" lIns="92500" tIns="47500" rIns="92500" bIns="47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482" name="Google Shape;482;p34"/>
          <p:cNvGrpSpPr/>
          <p:nvPr/>
        </p:nvGrpSpPr>
        <p:grpSpPr>
          <a:xfrm>
            <a:off x="364904" y="1572281"/>
            <a:ext cx="1744011" cy="2798600"/>
            <a:chOff x="1004629" y="1582000"/>
            <a:chExt cx="1744011" cy="2798600"/>
          </a:xfrm>
        </p:grpSpPr>
        <p:sp>
          <p:nvSpPr>
            <p:cNvPr id="483" name="Google Shape;483;p34"/>
            <p:cNvSpPr/>
            <p:nvPr/>
          </p:nvSpPr>
          <p:spPr>
            <a:xfrm>
              <a:off x="2475483" y="1592506"/>
              <a:ext cx="101121" cy="558144"/>
            </a:xfrm>
            <a:custGeom>
              <a:avLst/>
              <a:gdLst/>
              <a:ahLst/>
              <a:cxnLst/>
              <a:rect l="l" t="t" r="r" b="b"/>
              <a:pathLst>
                <a:path w="154" h="850" extrusionOk="0">
                  <a:moveTo>
                    <a:pt x="154" y="248"/>
                  </a:moveTo>
                  <a:lnTo>
                    <a:pt x="154" y="248"/>
                  </a:lnTo>
                  <a:cubicBezTo>
                    <a:pt x="123" y="31"/>
                    <a:pt x="123" y="31"/>
                    <a:pt x="123" y="31"/>
                  </a:cubicBezTo>
                  <a:cubicBezTo>
                    <a:pt x="123" y="15"/>
                    <a:pt x="108" y="0"/>
                    <a:pt x="92" y="0"/>
                  </a:cubicBezTo>
                  <a:cubicBezTo>
                    <a:pt x="46" y="0"/>
                    <a:pt x="46" y="0"/>
                    <a:pt x="46" y="0"/>
                  </a:cubicBezTo>
                  <a:cubicBezTo>
                    <a:pt x="31" y="0"/>
                    <a:pt x="14" y="15"/>
                    <a:pt x="14" y="31"/>
                  </a:cubicBezTo>
                  <a:cubicBezTo>
                    <a:pt x="0" y="248"/>
                    <a:pt x="0" y="248"/>
                    <a:pt x="0" y="248"/>
                  </a:cubicBezTo>
                  <a:lnTo>
                    <a:pt x="0" y="263"/>
                  </a:lnTo>
                  <a:cubicBezTo>
                    <a:pt x="0" y="788"/>
                    <a:pt x="0" y="788"/>
                    <a:pt x="0" y="788"/>
                  </a:cubicBezTo>
                  <a:cubicBezTo>
                    <a:pt x="0" y="819"/>
                    <a:pt x="46" y="850"/>
                    <a:pt x="77" y="850"/>
                  </a:cubicBezTo>
                  <a:cubicBezTo>
                    <a:pt x="123" y="850"/>
                    <a:pt x="154" y="819"/>
                    <a:pt x="154" y="788"/>
                  </a:cubicBezTo>
                  <a:cubicBezTo>
                    <a:pt x="154" y="263"/>
                    <a:pt x="154" y="263"/>
                    <a:pt x="154" y="263"/>
                  </a:cubicBezTo>
                  <a:lnTo>
                    <a:pt x="154" y="248"/>
                  </a:lnTo>
                  <a:close/>
                </a:path>
              </a:pathLst>
            </a:custGeom>
            <a:solidFill>
              <a:schemeClr val="accent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4" name="Google Shape;484;p34"/>
            <p:cNvSpPr/>
            <p:nvPr/>
          </p:nvSpPr>
          <p:spPr>
            <a:xfrm>
              <a:off x="2302789" y="1945122"/>
              <a:ext cx="445852" cy="2426285"/>
            </a:xfrm>
            <a:custGeom>
              <a:avLst/>
              <a:gdLst/>
              <a:ahLst/>
              <a:cxnLst/>
              <a:rect l="l" t="t" r="r" b="b"/>
              <a:pathLst>
                <a:path w="679" h="3695" extrusionOk="0">
                  <a:moveTo>
                    <a:pt x="679" y="1624"/>
                  </a:moveTo>
                  <a:lnTo>
                    <a:pt x="679" y="1624"/>
                  </a:lnTo>
                  <a:cubicBezTo>
                    <a:pt x="679" y="3680"/>
                    <a:pt x="540" y="3680"/>
                    <a:pt x="355" y="3695"/>
                  </a:cubicBezTo>
                  <a:cubicBezTo>
                    <a:pt x="154" y="3695"/>
                    <a:pt x="15" y="3695"/>
                    <a:pt x="0" y="1641"/>
                  </a:cubicBezTo>
                  <a:cubicBezTo>
                    <a:pt x="0" y="1332"/>
                    <a:pt x="31" y="977"/>
                    <a:pt x="108" y="715"/>
                  </a:cubicBezTo>
                  <a:cubicBezTo>
                    <a:pt x="123" y="607"/>
                    <a:pt x="200" y="65"/>
                    <a:pt x="200" y="65"/>
                  </a:cubicBezTo>
                  <a:cubicBezTo>
                    <a:pt x="200" y="34"/>
                    <a:pt x="231" y="3"/>
                    <a:pt x="263" y="3"/>
                  </a:cubicBezTo>
                  <a:cubicBezTo>
                    <a:pt x="402" y="3"/>
                    <a:pt x="402" y="3"/>
                    <a:pt x="402" y="3"/>
                  </a:cubicBezTo>
                  <a:cubicBezTo>
                    <a:pt x="433" y="-12"/>
                    <a:pt x="463" y="34"/>
                    <a:pt x="463" y="65"/>
                  </a:cubicBezTo>
                  <a:cubicBezTo>
                    <a:pt x="463" y="65"/>
                    <a:pt x="540" y="607"/>
                    <a:pt x="556" y="715"/>
                  </a:cubicBezTo>
                  <a:cubicBezTo>
                    <a:pt x="633" y="977"/>
                    <a:pt x="679" y="1317"/>
                    <a:pt x="679" y="1624"/>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5" name="Google Shape;485;p34"/>
            <p:cNvSpPr/>
            <p:nvPr/>
          </p:nvSpPr>
          <p:spPr>
            <a:xfrm>
              <a:off x="2302789" y="2414620"/>
              <a:ext cx="445852" cy="1956787"/>
            </a:xfrm>
            <a:custGeom>
              <a:avLst/>
              <a:gdLst/>
              <a:ahLst/>
              <a:cxnLst/>
              <a:rect l="l" t="t" r="r" b="b"/>
              <a:pathLst>
                <a:path w="679" h="2980" extrusionOk="0">
                  <a:moveTo>
                    <a:pt x="679" y="909"/>
                  </a:moveTo>
                  <a:lnTo>
                    <a:pt x="679" y="909"/>
                  </a:lnTo>
                  <a:cubicBezTo>
                    <a:pt x="679" y="2965"/>
                    <a:pt x="540" y="2965"/>
                    <a:pt x="355" y="2980"/>
                  </a:cubicBezTo>
                  <a:cubicBezTo>
                    <a:pt x="154" y="2980"/>
                    <a:pt x="15" y="2980"/>
                    <a:pt x="0" y="926"/>
                  </a:cubicBezTo>
                  <a:cubicBezTo>
                    <a:pt x="0" y="617"/>
                    <a:pt x="31" y="262"/>
                    <a:pt x="108" y="0"/>
                  </a:cubicBezTo>
                  <a:cubicBezTo>
                    <a:pt x="556" y="0"/>
                    <a:pt x="556" y="0"/>
                    <a:pt x="556" y="0"/>
                  </a:cubicBezTo>
                  <a:cubicBezTo>
                    <a:pt x="633" y="262"/>
                    <a:pt x="679" y="602"/>
                    <a:pt x="679" y="909"/>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6" name="Google Shape;486;p34"/>
            <p:cNvSpPr/>
            <p:nvPr/>
          </p:nvSpPr>
          <p:spPr>
            <a:xfrm>
              <a:off x="2424266" y="2677276"/>
              <a:ext cx="202899" cy="1085426"/>
            </a:xfrm>
            <a:custGeom>
              <a:avLst/>
              <a:gdLst/>
              <a:ahLst/>
              <a:cxnLst/>
              <a:rect l="l" t="t" r="r" b="b"/>
              <a:pathLst>
                <a:path w="309" h="1653" extrusionOk="0">
                  <a:moveTo>
                    <a:pt x="309" y="1513"/>
                  </a:moveTo>
                  <a:lnTo>
                    <a:pt x="309" y="1513"/>
                  </a:lnTo>
                  <a:cubicBezTo>
                    <a:pt x="309" y="1590"/>
                    <a:pt x="263" y="1653"/>
                    <a:pt x="186" y="1653"/>
                  </a:cubicBezTo>
                  <a:cubicBezTo>
                    <a:pt x="140" y="1653"/>
                    <a:pt x="140" y="1653"/>
                    <a:pt x="140" y="1653"/>
                  </a:cubicBezTo>
                  <a:cubicBezTo>
                    <a:pt x="63" y="1653"/>
                    <a:pt x="0" y="1590"/>
                    <a:pt x="0" y="1513"/>
                  </a:cubicBezTo>
                  <a:cubicBezTo>
                    <a:pt x="0" y="140"/>
                    <a:pt x="0" y="140"/>
                    <a:pt x="0" y="140"/>
                  </a:cubicBezTo>
                  <a:cubicBezTo>
                    <a:pt x="0" y="62"/>
                    <a:pt x="46" y="0"/>
                    <a:pt x="124" y="0"/>
                  </a:cubicBezTo>
                  <a:cubicBezTo>
                    <a:pt x="170" y="0"/>
                    <a:pt x="170" y="0"/>
                    <a:pt x="170" y="0"/>
                  </a:cubicBezTo>
                  <a:cubicBezTo>
                    <a:pt x="248" y="0"/>
                    <a:pt x="309" y="62"/>
                    <a:pt x="309" y="140"/>
                  </a:cubicBezTo>
                  <a:lnTo>
                    <a:pt x="309" y="1513"/>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7" name="Google Shape;487;p34"/>
            <p:cNvSpPr/>
            <p:nvPr/>
          </p:nvSpPr>
          <p:spPr>
            <a:xfrm>
              <a:off x="2403910" y="2667426"/>
              <a:ext cx="243610" cy="1104468"/>
            </a:xfrm>
            <a:custGeom>
              <a:avLst/>
              <a:gdLst/>
              <a:ahLst/>
              <a:cxnLst/>
              <a:rect l="l" t="t" r="r" b="b"/>
              <a:pathLst>
                <a:path w="371" h="1682" extrusionOk="0">
                  <a:moveTo>
                    <a:pt x="46" y="1637"/>
                  </a:moveTo>
                  <a:lnTo>
                    <a:pt x="46" y="1637"/>
                  </a:lnTo>
                  <a:cubicBezTo>
                    <a:pt x="15" y="1605"/>
                    <a:pt x="0" y="1576"/>
                    <a:pt x="0" y="1528"/>
                  </a:cubicBezTo>
                  <a:cubicBezTo>
                    <a:pt x="0" y="155"/>
                    <a:pt x="0" y="155"/>
                    <a:pt x="0" y="155"/>
                  </a:cubicBezTo>
                  <a:cubicBezTo>
                    <a:pt x="0" y="63"/>
                    <a:pt x="63" y="0"/>
                    <a:pt x="155" y="0"/>
                  </a:cubicBezTo>
                  <a:cubicBezTo>
                    <a:pt x="201" y="0"/>
                    <a:pt x="201" y="0"/>
                    <a:pt x="201" y="0"/>
                  </a:cubicBezTo>
                  <a:cubicBezTo>
                    <a:pt x="294" y="0"/>
                    <a:pt x="371" y="63"/>
                    <a:pt x="371" y="155"/>
                  </a:cubicBezTo>
                  <a:cubicBezTo>
                    <a:pt x="371" y="1528"/>
                    <a:pt x="371" y="1528"/>
                    <a:pt x="371" y="1528"/>
                  </a:cubicBezTo>
                  <a:cubicBezTo>
                    <a:pt x="371" y="1622"/>
                    <a:pt x="309" y="1682"/>
                    <a:pt x="217" y="1682"/>
                  </a:cubicBezTo>
                  <a:cubicBezTo>
                    <a:pt x="171" y="1682"/>
                    <a:pt x="171" y="1682"/>
                    <a:pt x="171" y="1682"/>
                  </a:cubicBezTo>
                  <a:cubicBezTo>
                    <a:pt x="123" y="1682"/>
                    <a:pt x="77" y="1668"/>
                    <a:pt x="46" y="1637"/>
                  </a:cubicBezTo>
                  <a:moveTo>
                    <a:pt x="279" y="77"/>
                  </a:moveTo>
                  <a:lnTo>
                    <a:pt x="279" y="77"/>
                  </a:lnTo>
                  <a:cubicBezTo>
                    <a:pt x="263" y="63"/>
                    <a:pt x="232" y="46"/>
                    <a:pt x="201" y="46"/>
                  </a:cubicBezTo>
                  <a:cubicBezTo>
                    <a:pt x="155" y="46"/>
                    <a:pt x="155" y="46"/>
                    <a:pt x="155" y="46"/>
                  </a:cubicBezTo>
                  <a:cubicBezTo>
                    <a:pt x="94" y="46"/>
                    <a:pt x="46" y="94"/>
                    <a:pt x="46" y="155"/>
                  </a:cubicBezTo>
                  <a:cubicBezTo>
                    <a:pt x="63" y="1528"/>
                    <a:pt x="63" y="1528"/>
                    <a:pt x="63" y="1528"/>
                  </a:cubicBezTo>
                  <a:cubicBezTo>
                    <a:pt x="63" y="1591"/>
                    <a:pt x="109" y="1637"/>
                    <a:pt x="171" y="1637"/>
                  </a:cubicBezTo>
                  <a:cubicBezTo>
                    <a:pt x="217" y="1637"/>
                    <a:pt x="217" y="1637"/>
                    <a:pt x="217" y="1637"/>
                  </a:cubicBezTo>
                  <a:cubicBezTo>
                    <a:pt x="279" y="1637"/>
                    <a:pt x="325" y="1591"/>
                    <a:pt x="325" y="1528"/>
                  </a:cubicBezTo>
                  <a:cubicBezTo>
                    <a:pt x="309" y="155"/>
                    <a:pt x="309" y="155"/>
                    <a:pt x="309" y="155"/>
                  </a:cubicBezTo>
                  <a:cubicBezTo>
                    <a:pt x="309" y="123"/>
                    <a:pt x="294" y="94"/>
                    <a:pt x="279" y="77"/>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8" name="Google Shape;488;p34"/>
            <p:cNvSpPr/>
            <p:nvPr/>
          </p:nvSpPr>
          <p:spPr>
            <a:xfrm>
              <a:off x="2475483" y="3630717"/>
              <a:ext cx="101121" cy="30205"/>
            </a:xfrm>
            <a:custGeom>
              <a:avLst/>
              <a:gdLst/>
              <a:ahLst/>
              <a:cxnLst/>
              <a:rect l="l" t="t" r="r" b="b"/>
              <a:pathLst>
                <a:path w="154" h="46" extrusionOk="0">
                  <a:moveTo>
                    <a:pt x="154" y="15"/>
                  </a:moveTo>
                  <a:lnTo>
                    <a:pt x="154" y="15"/>
                  </a:lnTo>
                  <a:cubicBezTo>
                    <a:pt x="154" y="30"/>
                    <a:pt x="139" y="46"/>
                    <a:pt x="139" y="46"/>
                  </a:cubicBezTo>
                  <a:cubicBezTo>
                    <a:pt x="14" y="46"/>
                    <a:pt x="14" y="46"/>
                    <a:pt x="14" y="46"/>
                  </a:cubicBezTo>
                  <a:cubicBezTo>
                    <a:pt x="0" y="46"/>
                    <a:pt x="0" y="30"/>
                    <a:pt x="0" y="15"/>
                  </a:cubicBezTo>
                  <a:lnTo>
                    <a:pt x="0" y="15"/>
                  </a:lnTo>
                  <a:cubicBezTo>
                    <a:pt x="0" y="15"/>
                    <a:pt x="0" y="0"/>
                    <a:pt x="14" y="0"/>
                  </a:cubicBezTo>
                  <a:cubicBezTo>
                    <a:pt x="139" y="0"/>
                    <a:pt x="139" y="0"/>
                    <a:pt x="139" y="0"/>
                  </a:cubicBezTo>
                  <a:lnTo>
                    <a:pt x="154" y="15"/>
                  </a:ln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9" name="Google Shape;489;p34"/>
            <p:cNvSpPr/>
            <p:nvPr/>
          </p:nvSpPr>
          <p:spPr>
            <a:xfrm>
              <a:off x="2475483" y="3528938"/>
              <a:ext cx="101121" cy="30862"/>
            </a:xfrm>
            <a:custGeom>
              <a:avLst/>
              <a:gdLst/>
              <a:ahLst/>
              <a:cxnLst/>
              <a:rect l="l" t="t" r="r" b="b"/>
              <a:pathLst>
                <a:path w="154" h="47" extrusionOk="0">
                  <a:moveTo>
                    <a:pt x="154" y="31"/>
                  </a:moveTo>
                  <a:lnTo>
                    <a:pt x="154" y="31"/>
                  </a:lnTo>
                  <a:cubicBezTo>
                    <a:pt x="154" y="47"/>
                    <a:pt x="139" y="47"/>
                    <a:pt x="139" y="47"/>
                  </a:cubicBezTo>
                  <a:cubicBezTo>
                    <a:pt x="14" y="47"/>
                    <a:pt x="14" y="47"/>
                    <a:pt x="14" y="47"/>
                  </a:cubicBezTo>
                  <a:cubicBezTo>
                    <a:pt x="0" y="47"/>
                    <a:pt x="0" y="47"/>
                    <a:pt x="0" y="31"/>
                  </a:cubicBezTo>
                  <a:lnTo>
                    <a:pt x="0" y="31"/>
                  </a:lnTo>
                  <a:cubicBezTo>
                    <a:pt x="0" y="16"/>
                    <a:pt x="0" y="0"/>
                    <a:pt x="14" y="0"/>
                  </a:cubicBezTo>
                  <a:cubicBezTo>
                    <a:pt x="139" y="0"/>
                    <a:pt x="139" y="0"/>
                    <a:pt x="139" y="0"/>
                  </a:cubicBezTo>
                  <a:cubicBezTo>
                    <a:pt x="139" y="0"/>
                    <a:pt x="154" y="16"/>
                    <a:pt x="154" y="3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0" name="Google Shape;490;p34"/>
            <p:cNvSpPr/>
            <p:nvPr/>
          </p:nvSpPr>
          <p:spPr>
            <a:xfrm>
              <a:off x="2475483" y="3438321"/>
              <a:ext cx="101121" cy="20356"/>
            </a:xfrm>
            <a:custGeom>
              <a:avLst/>
              <a:gdLst/>
              <a:ahLst/>
              <a:cxnLst/>
              <a:rect l="l" t="t" r="r" b="b"/>
              <a:pathLst>
                <a:path w="154" h="31" extrusionOk="0">
                  <a:moveTo>
                    <a:pt x="154" y="15"/>
                  </a:moveTo>
                  <a:lnTo>
                    <a:pt x="154" y="15"/>
                  </a:lnTo>
                  <a:cubicBezTo>
                    <a:pt x="154" y="31"/>
                    <a:pt x="139" y="31"/>
                    <a:pt x="139" y="31"/>
                  </a:cubicBezTo>
                  <a:cubicBezTo>
                    <a:pt x="14" y="31"/>
                    <a:pt x="14" y="31"/>
                    <a:pt x="14" y="31"/>
                  </a:cubicBezTo>
                  <a:cubicBezTo>
                    <a:pt x="0" y="31"/>
                    <a:pt x="0" y="31"/>
                    <a:pt x="0" y="15"/>
                  </a:cubicBezTo>
                  <a:lnTo>
                    <a:pt x="0" y="15"/>
                  </a:lnTo>
                  <a:cubicBezTo>
                    <a:pt x="0" y="0"/>
                    <a:pt x="0" y="0"/>
                    <a:pt x="14" y="0"/>
                  </a:cubicBezTo>
                  <a:cubicBezTo>
                    <a:pt x="139" y="0"/>
                    <a:pt x="139" y="0"/>
                    <a:pt x="139" y="0"/>
                  </a:cubicBezTo>
                  <a:cubicBezTo>
                    <a:pt x="139" y="0"/>
                    <a:pt x="154" y="0"/>
                    <a:pt x="154" y="15"/>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1" name="Google Shape;491;p34"/>
            <p:cNvSpPr/>
            <p:nvPr/>
          </p:nvSpPr>
          <p:spPr>
            <a:xfrm>
              <a:off x="2475483" y="3337199"/>
              <a:ext cx="101121" cy="30205"/>
            </a:xfrm>
            <a:custGeom>
              <a:avLst/>
              <a:gdLst/>
              <a:ahLst/>
              <a:cxnLst/>
              <a:rect l="l" t="t" r="r" b="b"/>
              <a:pathLst>
                <a:path w="154" h="46" extrusionOk="0">
                  <a:moveTo>
                    <a:pt x="154" y="14"/>
                  </a:moveTo>
                  <a:lnTo>
                    <a:pt x="154" y="14"/>
                  </a:lnTo>
                  <a:cubicBezTo>
                    <a:pt x="154" y="29"/>
                    <a:pt x="139" y="46"/>
                    <a:pt x="139" y="46"/>
                  </a:cubicBezTo>
                  <a:cubicBezTo>
                    <a:pt x="14" y="46"/>
                    <a:pt x="14" y="46"/>
                    <a:pt x="14" y="46"/>
                  </a:cubicBezTo>
                  <a:cubicBezTo>
                    <a:pt x="0" y="46"/>
                    <a:pt x="0" y="29"/>
                    <a:pt x="0" y="14"/>
                  </a:cubicBezTo>
                  <a:lnTo>
                    <a:pt x="0" y="14"/>
                  </a:lnTo>
                  <a:cubicBezTo>
                    <a:pt x="0" y="14"/>
                    <a:pt x="0" y="0"/>
                    <a:pt x="14" y="0"/>
                  </a:cubicBezTo>
                  <a:cubicBezTo>
                    <a:pt x="139" y="0"/>
                    <a:pt x="139" y="0"/>
                    <a:pt x="139" y="0"/>
                  </a:cubicBezTo>
                  <a:lnTo>
                    <a:pt x="154" y="14"/>
                  </a:ln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2" name="Google Shape;492;p34"/>
            <p:cNvSpPr/>
            <p:nvPr/>
          </p:nvSpPr>
          <p:spPr>
            <a:xfrm>
              <a:off x="2475483" y="3234763"/>
              <a:ext cx="101121" cy="30862"/>
            </a:xfrm>
            <a:custGeom>
              <a:avLst/>
              <a:gdLst/>
              <a:ahLst/>
              <a:cxnLst/>
              <a:rect l="l" t="t" r="r" b="b"/>
              <a:pathLst>
                <a:path w="154" h="47" extrusionOk="0">
                  <a:moveTo>
                    <a:pt x="154" y="31"/>
                  </a:moveTo>
                  <a:lnTo>
                    <a:pt x="154" y="31"/>
                  </a:lnTo>
                  <a:cubicBezTo>
                    <a:pt x="154" y="47"/>
                    <a:pt x="139" y="47"/>
                    <a:pt x="139" y="47"/>
                  </a:cubicBezTo>
                  <a:cubicBezTo>
                    <a:pt x="14" y="47"/>
                    <a:pt x="14" y="47"/>
                    <a:pt x="14" y="47"/>
                  </a:cubicBezTo>
                  <a:cubicBezTo>
                    <a:pt x="0" y="47"/>
                    <a:pt x="0" y="47"/>
                    <a:pt x="0" y="31"/>
                  </a:cubicBezTo>
                  <a:lnTo>
                    <a:pt x="0" y="31"/>
                  </a:lnTo>
                  <a:cubicBezTo>
                    <a:pt x="0" y="16"/>
                    <a:pt x="0" y="0"/>
                    <a:pt x="14" y="0"/>
                  </a:cubicBezTo>
                  <a:cubicBezTo>
                    <a:pt x="139" y="0"/>
                    <a:pt x="139" y="0"/>
                    <a:pt x="139" y="0"/>
                  </a:cubicBezTo>
                  <a:cubicBezTo>
                    <a:pt x="139" y="0"/>
                    <a:pt x="154" y="16"/>
                    <a:pt x="154" y="3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3" name="Google Shape;493;p34"/>
            <p:cNvSpPr/>
            <p:nvPr/>
          </p:nvSpPr>
          <p:spPr>
            <a:xfrm>
              <a:off x="2475483" y="3144147"/>
              <a:ext cx="101121" cy="30205"/>
            </a:xfrm>
            <a:custGeom>
              <a:avLst/>
              <a:gdLst/>
              <a:ahLst/>
              <a:cxnLst/>
              <a:rect l="l" t="t" r="r" b="b"/>
              <a:pathLst>
                <a:path w="154" h="46" extrusionOk="0">
                  <a:moveTo>
                    <a:pt x="154" y="15"/>
                  </a:moveTo>
                  <a:lnTo>
                    <a:pt x="154" y="15"/>
                  </a:lnTo>
                  <a:cubicBezTo>
                    <a:pt x="154" y="30"/>
                    <a:pt x="139" y="46"/>
                    <a:pt x="139" y="46"/>
                  </a:cubicBezTo>
                  <a:cubicBezTo>
                    <a:pt x="14" y="46"/>
                    <a:pt x="14" y="46"/>
                    <a:pt x="14" y="46"/>
                  </a:cubicBezTo>
                  <a:cubicBezTo>
                    <a:pt x="0" y="46"/>
                    <a:pt x="0" y="30"/>
                    <a:pt x="0" y="15"/>
                  </a:cubicBezTo>
                  <a:lnTo>
                    <a:pt x="0" y="15"/>
                  </a:lnTo>
                  <a:cubicBezTo>
                    <a:pt x="0" y="0"/>
                    <a:pt x="0" y="0"/>
                    <a:pt x="14" y="0"/>
                  </a:cubicBezTo>
                  <a:cubicBezTo>
                    <a:pt x="139" y="0"/>
                    <a:pt x="139" y="0"/>
                    <a:pt x="139" y="0"/>
                  </a:cubicBezTo>
                  <a:cubicBezTo>
                    <a:pt x="139" y="0"/>
                    <a:pt x="154" y="0"/>
                    <a:pt x="154" y="15"/>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4" name="Google Shape;494;p34"/>
            <p:cNvSpPr/>
            <p:nvPr/>
          </p:nvSpPr>
          <p:spPr>
            <a:xfrm>
              <a:off x="2475483" y="3041711"/>
              <a:ext cx="101121" cy="31519"/>
            </a:xfrm>
            <a:custGeom>
              <a:avLst/>
              <a:gdLst/>
              <a:ahLst/>
              <a:cxnLst/>
              <a:rect l="l" t="t" r="r" b="b"/>
              <a:pathLst>
                <a:path w="154" h="48" extrusionOk="0">
                  <a:moveTo>
                    <a:pt x="154" y="17"/>
                  </a:moveTo>
                  <a:lnTo>
                    <a:pt x="154" y="17"/>
                  </a:lnTo>
                  <a:cubicBezTo>
                    <a:pt x="154" y="31"/>
                    <a:pt x="139" y="48"/>
                    <a:pt x="139" y="48"/>
                  </a:cubicBezTo>
                  <a:cubicBezTo>
                    <a:pt x="14" y="48"/>
                    <a:pt x="14" y="48"/>
                    <a:pt x="14" y="48"/>
                  </a:cubicBezTo>
                  <a:cubicBezTo>
                    <a:pt x="0" y="48"/>
                    <a:pt x="0" y="31"/>
                    <a:pt x="0" y="17"/>
                  </a:cubicBezTo>
                  <a:lnTo>
                    <a:pt x="0" y="17"/>
                  </a:lnTo>
                  <a:cubicBezTo>
                    <a:pt x="0" y="17"/>
                    <a:pt x="0" y="0"/>
                    <a:pt x="14" y="0"/>
                  </a:cubicBezTo>
                  <a:cubicBezTo>
                    <a:pt x="139" y="0"/>
                    <a:pt x="139" y="0"/>
                    <a:pt x="139" y="0"/>
                  </a:cubicBezTo>
                  <a:lnTo>
                    <a:pt x="154" y="17"/>
                  </a:ln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5" name="Google Shape;495;p34"/>
            <p:cNvSpPr/>
            <p:nvPr/>
          </p:nvSpPr>
          <p:spPr>
            <a:xfrm>
              <a:off x="2475483" y="2941245"/>
              <a:ext cx="101121" cy="30862"/>
            </a:xfrm>
            <a:custGeom>
              <a:avLst/>
              <a:gdLst/>
              <a:ahLst/>
              <a:cxnLst/>
              <a:rect l="l" t="t" r="r" b="b"/>
              <a:pathLst>
                <a:path w="154" h="47" extrusionOk="0">
                  <a:moveTo>
                    <a:pt x="154" y="31"/>
                  </a:moveTo>
                  <a:lnTo>
                    <a:pt x="154" y="31"/>
                  </a:lnTo>
                  <a:cubicBezTo>
                    <a:pt x="154" y="47"/>
                    <a:pt x="139" y="47"/>
                    <a:pt x="139" y="47"/>
                  </a:cubicBezTo>
                  <a:cubicBezTo>
                    <a:pt x="14" y="47"/>
                    <a:pt x="14" y="47"/>
                    <a:pt x="14" y="47"/>
                  </a:cubicBezTo>
                  <a:cubicBezTo>
                    <a:pt x="0" y="47"/>
                    <a:pt x="0" y="47"/>
                    <a:pt x="0" y="31"/>
                  </a:cubicBezTo>
                  <a:lnTo>
                    <a:pt x="0" y="31"/>
                  </a:lnTo>
                  <a:cubicBezTo>
                    <a:pt x="0" y="16"/>
                    <a:pt x="0" y="0"/>
                    <a:pt x="14" y="0"/>
                  </a:cubicBezTo>
                  <a:cubicBezTo>
                    <a:pt x="139" y="0"/>
                    <a:pt x="139" y="0"/>
                    <a:pt x="139" y="0"/>
                  </a:cubicBezTo>
                  <a:cubicBezTo>
                    <a:pt x="139" y="0"/>
                    <a:pt x="154" y="16"/>
                    <a:pt x="154" y="3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6" name="Google Shape;496;p34"/>
            <p:cNvSpPr/>
            <p:nvPr/>
          </p:nvSpPr>
          <p:spPr>
            <a:xfrm>
              <a:off x="2475483" y="2850629"/>
              <a:ext cx="101121" cy="30205"/>
            </a:xfrm>
            <a:custGeom>
              <a:avLst/>
              <a:gdLst/>
              <a:ahLst/>
              <a:cxnLst/>
              <a:rect l="l" t="t" r="r" b="b"/>
              <a:pathLst>
                <a:path w="154" h="46" extrusionOk="0">
                  <a:moveTo>
                    <a:pt x="154" y="15"/>
                  </a:moveTo>
                  <a:lnTo>
                    <a:pt x="154" y="15"/>
                  </a:lnTo>
                  <a:cubicBezTo>
                    <a:pt x="154" y="30"/>
                    <a:pt x="139" y="46"/>
                    <a:pt x="139" y="46"/>
                  </a:cubicBezTo>
                  <a:cubicBezTo>
                    <a:pt x="14" y="46"/>
                    <a:pt x="14" y="46"/>
                    <a:pt x="14" y="46"/>
                  </a:cubicBezTo>
                  <a:cubicBezTo>
                    <a:pt x="0" y="46"/>
                    <a:pt x="0" y="30"/>
                    <a:pt x="0" y="15"/>
                  </a:cubicBezTo>
                  <a:lnTo>
                    <a:pt x="0" y="15"/>
                  </a:lnTo>
                  <a:cubicBezTo>
                    <a:pt x="0" y="0"/>
                    <a:pt x="0" y="0"/>
                    <a:pt x="14" y="0"/>
                  </a:cubicBezTo>
                  <a:cubicBezTo>
                    <a:pt x="139" y="0"/>
                    <a:pt x="139" y="0"/>
                    <a:pt x="139" y="0"/>
                  </a:cubicBezTo>
                  <a:cubicBezTo>
                    <a:pt x="139" y="0"/>
                    <a:pt x="154" y="0"/>
                    <a:pt x="154" y="15"/>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7" name="Google Shape;497;p34"/>
            <p:cNvSpPr/>
            <p:nvPr/>
          </p:nvSpPr>
          <p:spPr>
            <a:xfrm>
              <a:off x="2475483" y="2748193"/>
              <a:ext cx="101121" cy="31519"/>
            </a:xfrm>
            <a:custGeom>
              <a:avLst/>
              <a:gdLst/>
              <a:ahLst/>
              <a:cxnLst/>
              <a:rect l="l" t="t" r="r" b="b"/>
              <a:pathLst>
                <a:path w="154" h="48" extrusionOk="0">
                  <a:moveTo>
                    <a:pt x="154" y="32"/>
                  </a:moveTo>
                  <a:lnTo>
                    <a:pt x="154" y="32"/>
                  </a:lnTo>
                  <a:lnTo>
                    <a:pt x="139" y="48"/>
                  </a:lnTo>
                  <a:cubicBezTo>
                    <a:pt x="14" y="48"/>
                    <a:pt x="14" y="48"/>
                    <a:pt x="14" y="48"/>
                  </a:cubicBezTo>
                  <a:cubicBezTo>
                    <a:pt x="0" y="48"/>
                    <a:pt x="0" y="32"/>
                    <a:pt x="0" y="32"/>
                  </a:cubicBezTo>
                  <a:lnTo>
                    <a:pt x="0" y="32"/>
                  </a:lnTo>
                  <a:cubicBezTo>
                    <a:pt x="0" y="17"/>
                    <a:pt x="0" y="0"/>
                    <a:pt x="14" y="0"/>
                  </a:cubicBezTo>
                  <a:cubicBezTo>
                    <a:pt x="139" y="0"/>
                    <a:pt x="139" y="0"/>
                    <a:pt x="139" y="0"/>
                  </a:cubicBezTo>
                  <a:cubicBezTo>
                    <a:pt x="139" y="0"/>
                    <a:pt x="154" y="17"/>
                    <a:pt x="154" y="32"/>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8" name="Google Shape;498;p34"/>
            <p:cNvSpPr/>
            <p:nvPr/>
          </p:nvSpPr>
          <p:spPr>
            <a:xfrm>
              <a:off x="2434115" y="3863824"/>
              <a:ext cx="183200" cy="183203"/>
            </a:xfrm>
            <a:custGeom>
              <a:avLst/>
              <a:gdLst/>
              <a:ahLst/>
              <a:cxnLst/>
              <a:rect l="l" t="t" r="r" b="b"/>
              <a:pathLst>
                <a:path w="279" h="279" extrusionOk="0">
                  <a:moveTo>
                    <a:pt x="279" y="139"/>
                  </a:moveTo>
                  <a:lnTo>
                    <a:pt x="279" y="139"/>
                  </a:lnTo>
                  <a:cubicBezTo>
                    <a:pt x="279" y="216"/>
                    <a:pt x="217" y="279"/>
                    <a:pt x="140" y="279"/>
                  </a:cubicBezTo>
                  <a:cubicBezTo>
                    <a:pt x="63" y="279"/>
                    <a:pt x="0" y="216"/>
                    <a:pt x="0" y="139"/>
                  </a:cubicBezTo>
                  <a:cubicBezTo>
                    <a:pt x="0" y="62"/>
                    <a:pt x="63" y="0"/>
                    <a:pt x="140" y="0"/>
                  </a:cubicBezTo>
                  <a:cubicBezTo>
                    <a:pt x="217" y="0"/>
                    <a:pt x="279" y="62"/>
                    <a:pt x="279" y="139"/>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9" name="Google Shape;499;p34"/>
            <p:cNvSpPr/>
            <p:nvPr/>
          </p:nvSpPr>
          <p:spPr>
            <a:xfrm>
              <a:off x="1156311" y="1582000"/>
              <a:ext cx="344731" cy="1014509"/>
            </a:xfrm>
            <a:custGeom>
              <a:avLst/>
              <a:gdLst/>
              <a:ahLst/>
              <a:cxnLst/>
              <a:rect l="l" t="t" r="r" b="b"/>
              <a:pathLst>
                <a:path w="525" h="1545" extrusionOk="0">
                  <a:moveTo>
                    <a:pt x="525" y="0"/>
                  </a:moveTo>
                  <a:lnTo>
                    <a:pt x="525" y="0"/>
                  </a:lnTo>
                  <a:cubicBezTo>
                    <a:pt x="525" y="1545"/>
                    <a:pt x="525" y="1545"/>
                    <a:pt x="525" y="1545"/>
                  </a:cubicBezTo>
                  <a:cubicBezTo>
                    <a:pt x="340" y="1360"/>
                    <a:pt x="-16" y="1220"/>
                    <a:pt x="0" y="741"/>
                  </a:cubicBezTo>
                  <a:cubicBezTo>
                    <a:pt x="32" y="341"/>
                    <a:pt x="232" y="16"/>
                    <a:pt x="525" y="0"/>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0" name="Google Shape;500;p34"/>
            <p:cNvSpPr/>
            <p:nvPr/>
          </p:nvSpPr>
          <p:spPr>
            <a:xfrm>
              <a:off x="1277788" y="2192675"/>
              <a:ext cx="701937" cy="849036"/>
            </a:xfrm>
            <a:custGeom>
              <a:avLst/>
              <a:gdLst/>
              <a:ahLst/>
              <a:cxnLst/>
              <a:rect l="l" t="t" r="r" b="b"/>
              <a:pathLst>
                <a:path w="1069" h="1293" extrusionOk="0">
                  <a:moveTo>
                    <a:pt x="93" y="415"/>
                  </a:moveTo>
                  <a:lnTo>
                    <a:pt x="93" y="415"/>
                  </a:lnTo>
                  <a:cubicBezTo>
                    <a:pt x="109" y="415"/>
                    <a:pt x="480" y="677"/>
                    <a:pt x="665" y="1063"/>
                  </a:cubicBezTo>
                  <a:cubicBezTo>
                    <a:pt x="680" y="1094"/>
                    <a:pt x="696" y="1125"/>
                    <a:pt x="711" y="1156"/>
                  </a:cubicBezTo>
                  <a:cubicBezTo>
                    <a:pt x="711" y="1156"/>
                    <a:pt x="696" y="1156"/>
                    <a:pt x="711" y="1156"/>
                  </a:cubicBezTo>
                  <a:cubicBezTo>
                    <a:pt x="726" y="1201"/>
                    <a:pt x="742" y="1232"/>
                    <a:pt x="774" y="1264"/>
                  </a:cubicBezTo>
                  <a:cubicBezTo>
                    <a:pt x="803" y="1278"/>
                    <a:pt x="834" y="1293"/>
                    <a:pt x="882" y="1293"/>
                  </a:cubicBezTo>
                  <a:cubicBezTo>
                    <a:pt x="897" y="1293"/>
                    <a:pt x="928" y="1293"/>
                    <a:pt x="943" y="1278"/>
                  </a:cubicBezTo>
                  <a:cubicBezTo>
                    <a:pt x="1051" y="1232"/>
                    <a:pt x="1097" y="1109"/>
                    <a:pt x="1051" y="986"/>
                  </a:cubicBezTo>
                  <a:cubicBezTo>
                    <a:pt x="1051" y="986"/>
                    <a:pt x="1051" y="971"/>
                    <a:pt x="1036" y="955"/>
                  </a:cubicBezTo>
                  <a:cubicBezTo>
                    <a:pt x="1036" y="940"/>
                    <a:pt x="1020" y="924"/>
                    <a:pt x="1020" y="909"/>
                  </a:cubicBezTo>
                  <a:cubicBezTo>
                    <a:pt x="989" y="846"/>
                    <a:pt x="974" y="786"/>
                    <a:pt x="943" y="738"/>
                  </a:cubicBezTo>
                  <a:cubicBezTo>
                    <a:pt x="696" y="307"/>
                    <a:pt x="294" y="44"/>
                    <a:pt x="278" y="28"/>
                  </a:cubicBezTo>
                  <a:cubicBezTo>
                    <a:pt x="186" y="-33"/>
                    <a:pt x="78" y="13"/>
                    <a:pt x="32" y="105"/>
                  </a:cubicBezTo>
                  <a:cubicBezTo>
                    <a:pt x="-30" y="213"/>
                    <a:pt x="1" y="353"/>
                    <a:pt x="93" y="415"/>
                  </a:cubicBezTo>
                  <a:close/>
                </a:path>
              </a:pathLst>
            </a:custGeom>
            <a:solidFill>
              <a:srgbClr val="BCCAD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1" name="Google Shape;501;p34"/>
            <p:cNvSpPr/>
            <p:nvPr/>
          </p:nvSpPr>
          <p:spPr>
            <a:xfrm>
              <a:off x="1277788" y="2192675"/>
              <a:ext cx="701937" cy="849036"/>
            </a:xfrm>
            <a:custGeom>
              <a:avLst/>
              <a:gdLst/>
              <a:ahLst/>
              <a:cxnLst/>
              <a:rect l="l" t="t" r="r" b="b"/>
              <a:pathLst>
                <a:path w="1069" h="1293" extrusionOk="0">
                  <a:moveTo>
                    <a:pt x="93" y="415"/>
                  </a:moveTo>
                  <a:lnTo>
                    <a:pt x="93" y="415"/>
                  </a:lnTo>
                  <a:cubicBezTo>
                    <a:pt x="109" y="415"/>
                    <a:pt x="480" y="677"/>
                    <a:pt x="665" y="1063"/>
                  </a:cubicBezTo>
                  <a:cubicBezTo>
                    <a:pt x="680" y="1094"/>
                    <a:pt x="696" y="1125"/>
                    <a:pt x="711" y="1156"/>
                  </a:cubicBezTo>
                  <a:cubicBezTo>
                    <a:pt x="711" y="1156"/>
                    <a:pt x="696" y="1156"/>
                    <a:pt x="711" y="1156"/>
                  </a:cubicBezTo>
                  <a:cubicBezTo>
                    <a:pt x="726" y="1201"/>
                    <a:pt x="742" y="1232"/>
                    <a:pt x="774" y="1264"/>
                  </a:cubicBezTo>
                  <a:cubicBezTo>
                    <a:pt x="803" y="1278"/>
                    <a:pt x="834" y="1293"/>
                    <a:pt x="882" y="1293"/>
                  </a:cubicBezTo>
                  <a:cubicBezTo>
                    <a:pt x="897" y="1293"/>
                    <a:pt x="928" y="1293"/>
                    <a:pt x="943" y="1278"/>
                  </a:cubicBezTo>
                  <a:cubicBezTo>
                    <a:pt x="1051" y="1232"/>
                    <a:pt x="1097" y="1109"/>
                    <a:pt x="1051" y="986"/>
                  </a:cubicBezTo>
                  <a:cubicBezTo>
                    <a:pt x="1051" y="986"/>
                    <a:pt x="1051" y="971"/>
                    <a:pt x="1036" y="955"/>
                  </a:cubicBezTo>
                  <a:cubicBezTo>
                    <a:pt x="1036" y="940"/>
                    <a:pt x="1020" y="924"/>
                    <a:pt x="1020" y="909"/>
                  </a:cubicBezTo>
                  <a:cubicBezTo>
                    <a:pt x="989" y="846"/>
                    <a:pt x="974" y="786"/>
                    <a:pt x="943" y="738"/>
                  </a:cubicBezTo>
                  <a:cubicBezTo>
                    <a:pt x="696" y="307"/>
                    <a:pt x="294" y="44"/>
                    <a:pt x="278" y="28"/>
                  </a:cubicBezTo>
                  <a:cubicBezTo>
                    <a:pt x="186" y="-33"/>
                    <a:pt x="78" y="13"/>
                    <a:pt x="32" y="105"/>
                  </a:cubicBezTo>
                  <a:cubicBezTo>
                    <a:pt x="-30" y="213"/>
                    <a:pt x="1" y="353"/>
                    <a:pt x="93" y="415"/>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2" name="Google Shape;502;p34"/>
            <p:cNvSpPr/>
            <p:nvPr/>
          </p:nvSpPr>
          <p:spPr>
            <a:xfrm>
              <a:off x="1606760" y="2786278"/>
              <a:ext cx="462268" cy="1594322"/>
            </a:xfrm>
            <a:custGeom>
              <a:avLst/>
              <a:gdLst/>
              <a:ahLst/>
              <a:cxnLst/>
              <a:rect l="l" t="t" r="r" b="b"/>
              <a:pathLst>
                <a:path w="704" h="2428" extrusionOk="0">
                  <a:moveTo>
                    <a:pt x="56" y="2336"/>
                  </a:moveTo>
                  <a:lnTo>
                    <a:pt x="56" y="2336"/>
                  </a:lnTo>
                  <a:cubicBezTo>
                    <a:pt x="87" y="2399"/>
                    <a:pt x="148" y="2428"/>
                    <a:pt x="210" y="2428"/>
                  </a:cubicBezTo>
                  <a:cubicBezTo>
                    <a:pt x="256" y="2428"/>
                    <a:pt x="319" y="2399"/>
                    <a:pt x="350" y="2368"/>
                  </a:cubicBezTo>
                  <a:cubicBezTo>
                    <a:pt x="581" y="2136"/>
                    <a:pt x="704" y="1595"/>
                    <a:pt x="704" y="977"/>
                  </a:cubicBezTo>
                  <a:cubicBezTo>
                    <a:pt x="704" y="683"/>
                    <a:pt x="673" y="389"/>
                    <a:pt x="612" y="144"/>
                  </a:cubicBezTo>
                  <a:cubicBezTo>
                    <a:pt x="596" y="98"/>
                    <a:pt x="581" y="67"/>
                    <a:pt x="550" y="36"/>
                  </a:cubicBezTo>
                  <a:cubicBezTo>
                    <a:pt x="550" y="20"/>
                    <a:pt x="535" y="20"/>
                    <a:pt x="519" y="5"/>
                  </a:cubicBezTo>
                  <a:cubicBezTo>
                    <a:pt x="473" y="-26"/>
                    <a:pt x="442" y="113"/>
                    <a:pt x="396" y="128"/>
                  </a:cubicBezTo>
                  <a:cubicBezTo>
                    <a:pt x="287" y="175"/>
                    <a:pt x="195" y="128"/>
                    <a:pt x="210" y="252"/>
                  </a:cubicBezTo>
                  <a:cubicBezTo>
                    <a:pt x="210" y="252"/>
                    <a:pt x="195" y="252"/>
                    <a:pt x="210" y="252"/>
                  </a:cubicBezTo>
                  <a:cubicBezTo>
                    <a:pt x="210" y="267"/>
                    <a:pt x="210" y="283"/>
                    <a:pt x="210" y="297"/>
                  </a:cubicBezTo>
                  <a:cubicBezTo>
                    <a:pt x="210" y="312"/>
                    <a:pt x="225" y="343"/>
                    <a:pt x="225" y="360"/>
                  </a:cubicBezTo>
                  <a:cubicBezTo>
                    <a:pt x="273" y="545"/>
                    <a:pt x="287" y="760"/>
                    <a:pt x="287" y="977"/>
                  </a:cubicBezTo>
                  <a:cubicBezTo>
                    <a:pt x="287" y="1487"/>
                    <a:pt x="179" y="1872"/>
                    <a:pt x="71" y="1980"/>
                  </a:cubicBezTo>
                  <a:cubicBezTo>
                    <a:pt x="-21" y="2074"/>
                    <a:pt x="-21" y="2228"/>
                    <a:pt x="56" y="233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3" name="Google Shape;503;p34"/>
            <p:cNvSpPr/>
            <p:nvPr/>
          </p:nvSpPr>
          <p:spPr>
            <a:xfrm>
              <a:off x="1572615" y="1582000"/>
              <a:ext cx="346044" cy="1014509"/>
            </a:xfrm>
            <a:custGeom>
              <a:avLst/>
              <a:gdLst/>
              <a:ahLst/>
              <a:cxnLst/>
              <a:rect l="l" t="t" r="r" b="b"/>
              <a:pathLst>
                <a:path w="527" h="1545" extrusionOk="0">
                  <a:moveTo>
                    <a:pt x="0" y="0"/>
                  </a:moveTo>
                  <a:lnTo>
                    <a:pt x="0" y="0"/>
                  </a:lnTo>
                  <a:cubicBezTo>
                    <a:pt x="15" y="1545"/>
                    <a:pt x="15" y="1545"/>
                    <a:pt x="15" y="1545"/>
                  </a:cubicBezTo>
                  <a:cubicBezTo>
                    <a:pt x="185" y="1360"/>
                    <a:pt x="556" y="1220"/>
                    <a:pt x="525" y="741"/>
                  </a:cubicBezTo>
                  <a:cubicBezTo>
                    <a:pt x="510" y="341"/>
                    <a:pt x="293" y="16"/>
                    <a:pt x="0" y="0"/>
                  </a:cubicBezTo>
                  <a:close/>
                </a:path>
              </a:pathLst>
            </a:custGeom>
            <a:solidFill>
              <a:schemeClr val="accent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4" name="Google Shape;504;p34"/>
            <p:cNvSpPr/>
            <p:nvPr/>
          </p:nvSpPr>
          <p:spPr>
            <a:xfrm>
              <a:off x="1103781" y="2192675"/>
              <a:ext cx="696028" cy="849036"/>
            </a:xfrm>
            <a:custGeom>
              <a:avLst/>
              <a:gdLst/>
              <a:ahLst/>
              <a:cxnLst/>
              <a:rect l="l" t="t" r="r" b="b"/>
              <a:pathLst>
                <a:path w="1060" h="1293" extrusionOk="0">
                  <a:moveTo>
                    <a:pt x="961" y="415"/>
                  </a:moveTo>
                  <a:lnTo>
                    <a:pt x="961" y="415"/>
                  </a:lnTo>
                  <a:cubicBezTo>
                    <a:pt x="961" y="415"/>
                    <a:pt x="868" y="492"/>
                    <a:pt x="745" y="600"/>
                  </a:cubicBezTo>
                  <a:lnTo>
                    <a:pt x="745" y="600"/>
                  </a:lnTo>
                  <a:cubicBezTo>
                    <a:pt x="620" y="709"/>
                    <a:pt x="482" y="863"/>
                    <a:pt x="404" y="1063"/>
                  </a:cubicBezTo>
                  <a:lnTo>
                    <a:pt x="389" y="1063"/>
                  </a:lnTo>
                  <a:cubicBezTo>
                    <a:pt x="374" y="1094"/>
                    <a:pt x="374" y="1125"/>
                    <a:pt x="358" y="1156"/>
                  </a:cubicBezTo>
                  <a:lnTo>
                    <a:pt x="358" y="1156"/>
                  </a:lnTo>
                  <a:cubicBezTo>
                    <a:pt x="358" y="1171"/>
                    <a:pt x="343" y="1187"/>
                    <a:pt x="343" y="1201"/>
                  </a:cubicBezTo>
                  <a:cubicBezTo>
                    <a:pt x="327" y="1232"/>
                    <a:pt x="312" y="1247"/>
                    <a:pt x="281" y="1264"/>
                  </a:cubicBezTo>
                  <a:cubicBezTo>
                    <a:pt x="250" y="1278"/>
                    <a:pt x="220" y="1293"/>
                    <a:pt x="189" y="1293"/>
                  </a:cubicBezTo>
                  <a:cubicBezTo>
                    <a:pt x="158" y="1293"/>
                    <a:pt x="126" y="1293"/>
                    <a:pt x="112" y="1278"/>
                  </a:cubicBezTo>
                  <a:cubicBezTo>
                    <a:pt x="34" y="1247"/>
                    <a:pt x="-13" y="1140"/>
                    <a:pt x="3" y="1032"/>
                  </a:cubicBezTo>
                  <a:cubicBezTo>
                    <a:pt x="3" y="1017"/>
                    <a:pt x="3" y="1002"/>
                    <a:pt x="3" y="986"/>
                  </a:cubicBezTo>
                  <a:cubicBezTo>
                    <a:pt x="18" y="986"/>
                    <a:pt x="18" y="971"/>
                    <a:pt x="18" y="955"/>
                  </a:cubicBezTo>
                  <a:cubicBezTo>
                    <a:pt x="18" y="940"/>
                    <a:pt x="34" y="924"/>
                    <a:pt x="34" y="909"/>
                  </a:cubicBezTo>
                  <a:cubicBezTo>
                    <a:pt x="49" y="909"/>
                    <a:pt x="49" y="894"/>
                    <a:pt x="49" y="894"/>
                  </a:cubicBezTo>
                  <a:cubicBezTo>
                    <a:pt x="64" y="832"/>
                    <a:pt x="95" y="786"/>
                    <a:pt x="126" y="738"/>
                  </a:cubicBezTo>
                  <a:cubicBezTo>
                    <a:pt x="312" y="399"/>
                    <a:pt x="591" y="167"/>
                    <a:pt x="714" y="74"/>
                  </a:cubicBezTo>
                  <a:cubicBezTo>
                    <a:pt x="760" y="44"/>
                    <a:pt x="776" y="28"/>
                    <a:pt x="776" y="28"/>
                  </a:cubicBezTo>
                  <a:cubicBezTo>
                    <a:pt x="868" y="-33"/>
                    <a:pt x="991" y="13"/>
                    <a:pt x="1039" y="105"/>
                  </a:cubicBezTo>
                  <a:cubicBezTo>
                    <a:pt x="1085" y="213"/>
                    <a:pt x="1053" y="353"/>
                    <a:pt x="961" y="415"/>
                  </a:cubicBezTo>
                  <a:close/>
                </a:path>
              </a:pathLst>
            </a:custGeom>
            <a:solidFill>
              <a:srgbClr val="BCCAD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5" name="Google Shape;505;p34"/>
            <p:cNvSpPr/>
            <p:nvPr/>
          </p:nvSpPr>
          <p:spPr>
            <a:xfrm>
              <a:off x="1103781" y="2192675"/>
              <a:ext cx="696028" cy="849036"/>
            </a:xfrm>
            <a:custGeom>
              <a:avLst/>
              <a:gdLst/>
              <a:ahLst/>
              <a:cxnLst/>
              <a:rect l="l" t="t" r="r" b="b"/>
              <a:pathLst>
                <a:path w="1060" h="1293" extrusionOk="0">
                  <a:moveTo>
                    <a:pt x="961" y="415"/>
                  </a:moveTo>
                  <a:lnTo>
                    <a:pt x="961" y="415"/>
                  </a:lnTo>
                  <a:cubicBezTo>
                    <a:pt x="961" y="415"/>
                    <a:pt x="868" y="492"/>
                    <a:pt x="745" y="600"/>
                  </a:cubicBezTo>
                  <a:lnTo>
                    <a:pt x="745" y="600"/>
                  </a:lnTo>
                  <a:cubicBezTo>
                    <a:pt x="620" y="709"/>
                    <a:pt x="482" y="863"/>
                    <a:pt x="404" y="1063"/>
                  </a:cubicBezTo>
                  <a:lnTo>
                    <a:pt x="389" y="1063"/>
                  </a:lnTo>
                  <a:cubicBezTo>
                    <a:pt x="374" y="1094"/>
                    <a:pt x="374" y="1125"/>
                    <a:pt x="358" y="1156"/>
                  </a:cubicBezTo>
                  <a:lnTo>
                    <a:pt x="358" y="1156"/>
                  </a:lnTo>
                  <a:cubicBezTo>
                    <a:pt x="358" y="1171"/>
                    <a:pt x="343" y="1187"/>
                    <a:pt x="343" y="1201"/>
                  </a:cubicBezTo>
                  <a:cubicBezTo>
                    <a:pt x="327" y="1232"/>
                    <a:pt x="312" y="1247"/>
                    <a:pt x="281" y="1264"/>
                  </a:cubicBezTo>
                  <a:cubicBezTo>
                    <a:pt x="250" y="1278"/>
                    <a:pt x="220" y="1293"/>
                    <a:pt x="189" y="1293"/>
                  </a:cubicBezTo>
                  <a:cubicBezTo>
                    <a:pt x="158" y="1293"/>
                    <a:pt x="126" y="1293"/>
                    <a:pt x="112" y="1278"/>
                  </a:cubicBezTo>
                  <a:cubicBezTo>
                    <a:pt x="34" y="1247"/>
                    <a:pt x="-13" y="1140"/>
                    <a:pt x="3" y="1032"/>
                  </a:cubicBezTo>
                  <a:cubicBezTo>
                    <a:pt x="3" y="1017"/>
                    <a:pt x="3" y="1002"/>
                    <a:pt x="3" y="986"/>
                  </a:cubicBezTo>
                  <a:cubicBezTo>
                    <a:pt x="18" y="986"/>
                    <a:pt x="18" y="971"/>
                    <a:pt x="18" y="955"/>
                  </a:cubicBezTo>
                  <a:cubicBezTo>
                    <a:pt x="18" y="940"/>
                    <a:pt x="34" y="924"/>
                    <a:pt x="34" y="909"/>
                  </a:cubicBezTo>
                  <a:cubicBezTo>
                    <a:pt x="49" y="909"/>
                    <a:pt x="49" y="894"/>
                    <a:pt x="49" y="894"/>
                  </a:cubicBezTo>
                  <a:cubicBezTo>
                    <a:pt x="64" y="832"/>
                    <a:pt x="95" y="786"/>
                    <a:pt x="126" y="738"/>
                  </a:cubicBezTo>
                  <a:cubicBezTo>
                    <a:pt x="312" y="399"/>
                    <a:pt x="591" y="167"/>
                    <a:pt x="714" y="74"/>
                  </a:cubicBezTo>
                  <a:cubicBezTo>
                    <a:pt x="760" y="44"/>
                    <a:pt x="776" y="28"/>
                    <a:pt x="776" y="28"/>
                  </a:cubicBezTo>
                  <a:cubicBezTo>
                    <a:pt x="868" y="-33"/>
                    <a:pt x="991" y="13"/>
                    <a:pt x="1039" y="105"/>
                  </a:cubicBezTo>
                  <a:cubicBezTo>
                    <a:pt x="1085" y="213"/>
                    <a:pt x="1053" y="353"/>
                    <a:pt x="961" y="415"/>
                  </a:cubicBezTo>
                  <a:close/>
                </a:path>
              </a:pathLst>
            </a:custGeom>
            <a:solidFill>
              <a:schemeClr val="accent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6" name="Google Shape;506;p34"/>
            <p:cNvSpPr/>
            <p:nvPr/>
          </p:nvSpPr>
          <p:spPr>
            <a:xfrm>
              <a:off x="1004629" y="2784965"/>
              <a:ext cx="468177" cy="1595635"/>
            </a:xfrm>
            <a:custGeom>
              <a:avLst/>
              <a:gdLst/>
              <a:ahLst/>
              <a:cxnLst/>
              <a:rect l="l" t="t" r="r" b="b"/>
              <a:pathLst>
                <a:path w="713" h="2430" extrusionOk="0">
                  <a:moveTo>
                    <a:pt x="663" y="2338"/>
                  </a:moveTo>
                  <a:lnTo>
                    <a:pt x="663" y="2338"/>
                  </a:lnTo>
                  <a:cubicBezTo>
                    <a:pt x="617" y="2401"/>
                    <a:pt x="555" y="2430"/>
                    <a:pt x="494" y="2430"/>
                  </a:cubicBezTo>
                  <a:cubicBezTo>
                    <a:pt x="448" y="2430"/>
                    <a:pt x="401" y="2401"/>
                    <a:pt x="355" y="2370"/>
                  </a:cubicBezTo>
                  <a:cubicBezTo>
                    <a:pt x="138" y="2138"/>
                    <a:pt x="0" y="1597"/>
                    <a:pt x="0" y="979"/>
                  </a:cubicBezTo>
                  <a:cubicBezTo>
                    <a:pt x="0" y="685"/>
                    <a:pt x="30" y="391"/>
                    <a:pt x="92" y="146"/>
                  </a:cubicBezTo>
                  <a:cubicBezTo>
                    <a:pt x="92" y="130"/>
                    <a:pt x="107" y="130"/>
                    <a:pt x="107" y="115"/>
                  </a:cubicBezTo>
                  <a:cubicBezTo>
                    <a:pt x="123" y="84"/>
                    <a:pt x="138" y="53"/>
                    <a:pt x="154" y="38"/>
                  </a:cubicBezTo>
                  <a:cubicBezTo>
                    <a:pt x="169" y="22"/>
                    <a:pt x="185" y="22"/>
                    <a:pt x="185" y="7"/>
                  </a:cubicBezTo>
                  <a:cubicBezTo>
                    <a:pt x="246" y="-24"/>
                    <a:pt x="277" y="69"/>
                    <a:pt x="323" y="100"/>
                  </a:cubicBezTo>
                  <a:cubicBezTo>
                    <a:pt x="432" y="130"/>
                    <a:pt x="525" y="130"/>
                    <a:pt x="509" y="254"/>
                  </a:cubicBezTo>
                  <a:lnTo>
                    <a:pt x="509" y="254"/>
                  </a:lnTo>
                  <a:cubicBezTo>
                    <a:pt x="509" y="269"/>
                    <a:pt x="509" y="285"/>
                    <a:pt x="494" y="299"/>
                  </a:cubicBezTo>
                  <a:lnTo>
                    <a:pt x="494" y="299"/>
                  </a:lnTo>
                  <a:cubicBezTo>
                    <a:pt x="494" y="330"/>
                    <a:pt x="494" y="345"/>
                    <a:pt x="478" y="362"/>
                  </a:cubicBezTo>
                  <a:cubicBezTo>
                    <a:pt x="448" y="547"/>
                    <a:pt x="417" y="762"/>
                    <a:pt x="417" y="979"/>
                  </a:cubicBezTo>
                  <a:cubicBezTo>
                    <a:pt x="417" y="1489"/>
                    <a:pt x="540" y="1874"/>
                    <a:pt x="633" y="1982"/>
                  </a:cubicBezTo>
                  <a:cubicBezTo>
                    <a:pt x="725" y="2076"/>
                    <a:pt x="742" y="2230"/>
                    <a:pt x="663" y="2338"/>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7" name="Google Shape;507;p34"/>
            <p:cNvSpPr/>
            <p:nvPr/>
          </p:nvSpPr>
          <p:spPr>
            <a:xfrm>
              <a:off x="1010539" y="2739000"/>
              <a:ext cx="348671" cy="242300"/>
            </a:xfrm>
            <a:custGeom>
              <a:avLst/>
              <a:gdLst/>
              <a:ahLst/>
              <a:cxnLst/>
              <a:rect l="l" t="t" r="r" b="b"/>
              <a:pathLst>
                <a:path w="531" h="369" extrusionOk="0">
                  <a:moveTo>
                    <a:pt x="531" y="231"/>
                  </a:moveTo>
                  <a:lnTo>
                    <a:pt x="531" y="231"/>
                  </a:lnTo>
                  <a:cubicBezTo>
                    <a:pt x="516" y="262"/>
                    <a:pt x="516" y="293"/>
                    <a:pt x="500" y="324"/>
                  </a:cubicBezTo>
                  <a:lnTo>
                    <a:pt x="500" y="324"/>
                  </a:lnTo>
                  <a:cubicBezTo>
                    <a:pt x="500" y="339"/>
                    <a:pt x="500" y="355"/>
                    <a:pt x="485" y="369"/>
                  </a:cubicBezTo>
                  <a:lnTo>
                    <a:pt x="485" y="369"/>
                  </a:lnTo>
                  <a:lnTo>
                    <a:pt x="485" y="369"/>
                  </a:lnTo>
                  <a:cubicBezTo>
                    <a:pt x="145" y="200"/>
                    <a:pt x="145" y="200"/>
                    <a:pt x="145" y="200"/>
                  </a:cubicBezTo>
                  <a:cubicBezTo>
                    <a:pt x="98" y="185"/>
                    <a:pt x="98" y="185"/>
                    <a:pt x="98" y="185"/>
                  </a:cubicBezTo>
                  <a:cubicBezTo>
                    <a:pt x="37" y="154"/>
                    <a:pt x="37" y="154"/>
                    <a:pt x="37" y="154"/>
                  </a:cubicBezTo>
                  <a:cubicBezTo>
                    <a:pt x="6" y="139"/>
                    <a:pt x="-9" y="92"/>
                    <a:pt x="6" y="46"/>
                  </a:cubicBezTo>
                  <a:cubicBezTo>
                    <a:pt x="6" y="14"/>
                    <a:pt x="37" y="0"/>
                    <a:pt x="68" y="0"/>
                  </a:cubicBezTo>
                  <a:cubicBezTo>
                    <a:pt x="68" y="0"/>
                    <a:pt x="83" y="0"/>
                    <a:pt x="83" y="14"/>
                  </a:cubicBezTo>
                  <a:cubicBezTo>
                    <a:pt x="191" y="62"/>
                    <a:pt x="191" y="62"/>
                    <a:pt x="191" y="62"/>
                  </a:cubicBezTo>
                  <a:lnTo>
                    <a:pt x="531" y="231"/>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8" name="Google Shape;508;p34"/>
            <p:cNvSpPr/>
            <p:nvPr/>
          </p:nvSpPr>
          <p:spPr>
            <a:xfrm>
              <a:off x="1714447" y="2739000"/>
              <a:ext cx="358520" cy="252150"/>
            </a:xfrm>
            <a:custGeom>
              <a:avLst/>
              <a:gdLst/>
              <a:ahLst/>
              <a:cxnLst/>
              <a:rect l="l" t="t" r="r" b="b"/>
              <a:pathLst>
                <a:path w="546" h="384" extrusionOk="0">
                  <a:moveTo>
                    <a:pt x="0" y="231"/>
                  </a:moveTo>
                  <a:lnTo>
                    <a:pt x="0" y="231"/>
                  </a:lnTo>
                  <a:cubicBezTo>
                    <a:pt x="15" y="262"/>
                    <a:pt x="31" y="293"/>
                    <a:pt x="46" y="339"/>
                  </a:cubicBezTo>
                  <a:lnTo>
                    <a:pt x="46" y="339"/>
                  </a:lnTo>
                  <a:cubicBezTo>
                    <a:pt x="46" y="339"/>
                    <a:pt x="46" y="355"/>
                    <a:pt x="46" y="369"/>
                  </a:cubicBezTo>
                  <a:lnTo>
                    <a:pt x="46" y="384"/>
                  </a:lnTo>
                  <a:cubicBezTo>
                    <a:pt x="61" y="369"/>
                    <a:pt x="61" y="369"/>
                    <a:pt x="61" y="369"/>
                  </a:cubicBezTo>
                  <a:cubicBezTo>
                    <a:pt x="402" y="216"/>
                    <a:pt x="402" y="216"/>
                    <a:pt x="402" y="216"/>
                  </a:cubicBezTo>
                  <a:cubicBezTo>
                    <a:pt x="448" y="185"/>
                    <a:pt x="448" y="185"/>
                    <a:pt x="448" y="185"/>
                  </a:cubicBezTo>
                  <a:cubicBezTo>
                    <a:pt x="509" y="154"/>
                    <a:pt x="509" y="154"/>
                    <a:pt x="509" y="154"/>
                  </a:cubicBezTo>
                  <a:cubicBezTo>
                    <a:pt x="540" y="139"/>
                    <a:pt x="556" y="92"/>
                    <a:pt x="540" y="62"/>
                  </a:cubicBezTo>
                  <a:cubicBezTo>
                    <a:pt x="525" y="31"/>
                    <a:pt x="509" y="0"/>
                    <a:pt x="479" y="0"/>
                  </a:cubicBezTo>
                  <a:cubicBezTo>
                    <a:pt x="463" y="0"/>
                    <a:pt x="463" y="14"/>
                    <a:pt x="448" y="14"/>
                  </a:cubicBezTo>
                  <a:cubicBezTo>
                    <a:pt x="355" y="62"/>
                    <a:pt x="355" y="62"/>
                    <a:pt x="355" y="62"/>
                  </a:cubicBezTo>
                  <a:lnTo>
                    <a:pt x="0" y="231"/>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9" name="Google Shape;509;p34"/>
            <p:cNvSpPr/>
            <p:nvPr/>
          </p:nvSpPr>
          <p:spPr>
            <a:xfrm>
              <a:off x="1470837" y="2352895"/>
              <a:ext cx="142489" cy="172696"/>
            </a:xfrm>
            <a:custGeom>
              <a:avLst/>
              <a:gdLst/>
              <a:ahLst/>
              <a:cxnLst/>
              <a:rect l="l" t="t" r="r" b="b"/>
              <a:pathLst>
                <a:path w="217" h="263" extrusionOk="0">
                  <a:moveTo>
                    <a:pt x="217" y="123"/>
                  </a:moveTo>
                  <a:lnTo>
                    <a:pt x="217" y="123"/>
                  </a:lnTo>
                  <a:cubicBezTo>
                    <a:pt x="217" y="202"/>
                    <a:pt x="170" y="263"/>
                    <a:pt x="109" y="263"/>
                  </a:cubicBezTo>
                  <a:cubicBezTo>
                    <a:pt x="46" y="263"/>
                    <a:pt x="0" y="202"/>
                    <a:pt x="0" y="123"/>
                  </a:cubicBezTo>
                  <a:cubicBezTo>
                    <a:pt x="0" y="63"/>
                    <a:pt x="46" y="0"/>
                    <a:pt x="109" y="0"/>
                  </a:cubicBezTo>
                  <a:cubicBezTo>
                    <a:pt x="170" y="0"/>
                    <a:pt x="217" y="63"/>
                    <a:pt x="217" y="123"/>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510" name="Google Shape;510;p34"/>
          <p:cNvGrpSpPr/>
          <p:nvPr/>
        </p:nvGrpSpPr>
        <p:grpSpPr>
          <a:xfrm>
            <a:off x="57850" y="527625"/>
            <a:ext cx="856200" cy="856200"/>
            <a:chOff x="285100" y="445225"/>
            <a:chExt cx="856200" cy="856200"/>
          </a:xfrm>
        </p:grpSpPr>
        <p:sp>
          <p:nvSpPr>
            <p:cNvPr id="511" name="Google Shape;511;p34"/>
            <p:cNvSpPr/>
            <p:nvPr/>
          </p:nvSpPr>
          <p:spPr>
            <a:xfrm>
              <a:off x="285100" y="445225"/>
              <a:ext cx="856200" cy="856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sp>
          <p:nvSpPr>
            <p:cNvPr id="512" name="Google Shape;512;p34"/>
            <p:cNvSpPr/>
            <p:nvPr/>
          </p:nvSpPr>
          <p:spPr>
            <a:xfrm>
              <a:off x="506762" y="579382"/>
              <a:ext cx="412876" cy="587885"/>
            </a:xfrm>
            <a:custGeom>
              <a:avLst/>
              <a:gdLst/>
              <a:ahLst/>
              <a:cxnLst/>
              <a:rect l="l" t="t" r="r" b="b"/>
              <a:pathLst>
                <a:path w="3831" h="5455" extrusionOk="0">
                  <a:moveTo>
                    <a:pt x="1959" y="30"/>
                  </a:moveTo>
                  <a:lnTo>
                    <a:pt x="1959" y="30"/>
                  </a:lnTo>
                  <a:cubicBezTo>
                    <a:pt x="13" y="3175"/>
                    <a:pt x="13" y="3175"/>
                    <a:pt x="13" y="3175"/>
                  </a:cubicBezTo>
                  <a:cubicBezTo>
                    <a:pt x="-19" y="3217"/>
                    <a:pt x="13" y="3269"/>
                    <a:pt x="65" y="3269"/>
                  </a:cubicBezTo>
                  <a:cubicBezTo>
                    <a:pt x="1606" y="3269"/>
                    <a:pt x="1606" y="3269"/>
                    <a:pt x="1606" y="3269"/>
                  </a:cubicBezTo>
                  <a:cubicBezTo>
                    <a:pt x="1638" y="3269"/>
                    <a:pt x="1669" y="3300"/>
                    <a:pt x="1669" y="3331"/>
                  </a:cubicBezTo>
                  <a:cubicBezTo>
                    <a:pt x="1669" y="5394"/>
                    <a:pt x="1669" y="5394"/>
                    <a:pt x="1669" y="5394"/>
                  </a:cubicBezTo>
                  <a:cubicBezTo>
                    <a:pt x="1669" y="5456"/>
                    <a:pt x="1742" y="5477"/>
                    <a:pt x="1773" y="5425"/>
                  </a:cubicBezTo>
                  <a:cubicBezTo>
                    <a:pt x="3824" y="2332"/>
                    <a:pt x="3824" y="2332"/>
                    <a:pt x="3824" y="2332"/>
                  </a:cubicBezTo>
                  <a:cubicBezTo>
                    <a:pt x="3845" y="2291"/>
                    <a:pt x="3814" y="2239"/>
                    <a:pt x="3772" y="2239"/>
                  </a:cubicBezTo>
                  <a:cubicBezTo>
                    <a:pt x="2126" y="2239"/>
                    <a:pt x="2126" y="2239"/>
                    <a:pt x="2126" y="2239"/>
                  </a:cubicBezTo>
                  <a:cubicBezTo>
                    <a:pt x="2095" y="2239"/>
                    <a:pt x="2074" y="2207"/>
                    <a:pt x="2074" y="2176"/>
                  </a:cubicBezTo>
                  <a:cubicBezTo>
                    <a:pt x="2064" y="61"/>
                    <a:pt x="2064" y="61"/>
                    <a:pt x="2064" y="61"/>
                  </a:cubicBezTo>
                  <a:cubicBezTo>
                    <a:pt x="2064" y="-1"/>
                    <a:pt x="1991" y="-22"/>
                    <a:pt x="1959" y="30"/>
                  </a:cubicBezTo>
                  <a:close/>
                </a:path>
              </a:pathLst>
            </a:custGeom>
            <a:noFill/>
            <a:ln w="9525" cap="flat" cmpd="sng">
              <a:solidFill>
                <a:schemeClr val="dk1"/>
              </a:solidFill>
              <a:prstDash val="solid"/>
              <a:miter lim="8000"/>
              <a:headEnd type="none" w="sm" len="sm"/>
              <a:tailEnd type="none" w="sm" len="sm"/>
            </a:ln>
          </p:spPr>
          <p:txBody>
            <a:bodyPr spcFirstLastPara="1" wrap="square" lIns="97550" tIns="52550" rIns="97550" bIns="52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Google Shape;404;p29">
            <a:extLst>
              <a:ext uri="{FF2B5EF4-FFF2-40B4-BE49-F238E27FC236}">
                <a16:creationId xmlns:a16="http://schemas.microsoft.com/office/drawing/2014/main" id="{1180C310-1379-B048-8371-F34CD5BE8B82}"/>
              </a:ext>
            </a:extLst>
          </p:cNvPr>
          <p:cNvSpPr txBox="1">
            <a:spLocks/>
          </p:cNvSpPr>
          <p:nvPr/>
        </p:nvSpPr>
        <p:spPr>
          <a:xfrm>
            <a:off x="1196602" y="461020"/>
            <a:ext cx="7818305" cy="6544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6000"/>
              <a:buFont typeface="Epilogue"/>
              <a:buNone/>
              <a:defRPr sz="6000" b="0" i="0" u="none" strike="noStrike" cap="none">
                <a:solidFill>
                  <a:schemeClr val="lt1"/>
                </a:solidFill>
                <a:latin typeface="Epilogue"/>
                <a:ea typeface="Epilogue"/>
                <a:cs typeface="Epilogue"/>
                <a:sym typeface="Epilogue"/>
              </a:defRPr>
            </a:lvl1pPr>
            <a:lvl2pPr marR="0" lvl="1" algn="ctr" rtl="0">
              <a:lnSpc>
                <a:spcPct val="100000"/>
              </a:lnSpc>
              <a:spcBef>
                <a:spcPts val="0"/>
              </a:spcBef>
              <a:spcAft>
                <a:spcPts val="0"/>
              </a:spcAft>
              <a:buClr>
                <a:schemeClr val="dk1"/>
              </a:buClr>
              <a:buSzPts val="6000"/>
              <a:buFont typeface="Epilogue"/>
              <a:buNone/>
              <a:defRPr sz="6000" b="1" i="0" u="none" strike="noStrike" cap="none">
                <a:solidFill>
                  <a:schemeClr val="dk1"/>
                </a:solidFill>
                <a:latin typeface="Epilogue"/>
                <a:ea typeface="Epilogue"/>
                <a:cs typeface="Epilogue"/>
                <a:sym typeface="Epilogue"/>
              </a:defRPr>
            </a:lvl2pPr>
            <a:lvl3pPr marR="0" lvl="2" algn="ctr" rtl="0">
              <a:lnSpc>
                <a:spcPct val="100000"/>
              </a:lnSpc>
              <a:spcBef>
                <a:spcPts val="0"/>
              </a:spcBef>
              <a:spcAft>
                <a:spcPts val="0"/>
              </a:spcAft>
              <a:buClr>
                <a:schemeClr val="dk1"/>
              </a:buClr>
              <a:buSzPts val="6000"/>
              <a:buFont typeface="Epilogue"/>
              <a:buNone/>
              <a:defRPr sz="6000" b="1" i="0" u="none" strike="noStrike" cap="none">
                <a:solidFill>
                  <a:schemeClr val="dk1"/>
                </a:solidFill>
                <a:latin typeface="Epilogue"/>
                <a:ea typeface="Epilogue"/>
                <a:cs typeface="Epilogue"/>
                <a:sym typeface="Epilogue"/>
              </a:defRPr>
            </a:lvl3pPr>
            <a:lvl4pPr marR="0" lvl="3" algn="ctr" rtl="0">
              <a:lnSpc>
                <a:spcPct val="100000"/>
              </a:lnSpc>
              <a:spcBef>
                <a:spcPts val="0"/>
              </a:spcBef>
              <a:spcAft>
                <a:spcPts val="0"/>
              </a:spcAft>
              <a:buClr>
                <a:schemeClr val="dk1"/>
              </a:buClr>
              <a:buSzPts val="6000"/>
              <a:buFont typeface="Epilogue"/>
              <a:buNone/>
              <a:defRPr sz="6000" b="1" i="0" u="none" strike="noStrike" cap="none">
                <a:solidFill>
                  <a:schemeClr val="dk1"/>
                </a:solidFill>
                <a:latin typeface="Epilogue"/>
                <a:ea typeface="Epilogue"/>
                <a:cs typeface="Epilogue"/>
                <a:sym typeface="Epilogue"/>
              </a:defRPr>
            </a:lvl4pPr>
            <a:lvl5pPr marR="0" lvl="4" algn="ctr" rtl="0">
              <a:lnSpc>
                <a:spcPct val="100000"/>
              </a:lnSpc>
              <a:spcBef>
                <a:spcPts val="0"/>
              </a:spcBef>
              <a:spcAft>
                <a:spcPts val="0"/>
              </a:spcAft>
              <a:buClr>
                <a:schemeClr val="dk1"/>
              </a:buClr>
              <a:buSzPts val="6000"/>
              <a:buFont typeface="Epilogue"/>
              <a:buNone/>
              <a:defRPr sz="6000" b="1" i="0" u="none" strike="noStrike" cap="none">
                <a:solidFill>
                  <a:schemeClr val="dk1"/>
                </a:solidFill>
                <a:latin typeface="Epilogue"/>
                <a:ea typeface="Epilogue"/>
                <a:cs typeface="Epilogue"/>
                <a:sym typeface="Epilogue"/>
              </a:defRPr>
            </a:lvl5pPr>
            <a:lvl6pPr marR="0" lvl="5" algn="ctr" rtl="0">
              <a:lnSpc>
                <a:spcPct val="100000"/>
              </a:lnSpc>
              <a:spcBef>
                <a:spcPts val="0"/>
              </a:spcBef>
              <a:spcAft>
                <a:spcPts val="0"/>
              </a:spcAft>
              <a:buClr>
                <a:schemeClr val="dk1"/>
              </a:buClr>
              <a:buSzPts val="6000"/>
              <a:buFont typeface="Epilogue"/>
              <a:buNone/>
              <a:defRPr sz="6000" b="1" i="0" u="none" strike="noStrike" cap="none">
                <a:solidFill>
                  <a:schemeClr val="dk1"/>
                </a:solidFill>
                <a:latin typeface="Epilogue"/>
                <a:ea typeface="Epilogue"/>
                <a:cs typeface="Epilogue"/>
                <a:sym typeface="Epilogue"/>
              </a:defRPr>
            </a:lvl6pPr>
            <a:lvl7pPr marR="0" lvl="6" algn="ctr" rtl="0">
              <a:lnSpc>
                <a:spcPct val="100000"/>
              </a:lnSpc>
              <a:spcBef>
                <a:spcPts val="0"/>
              </a:spcBef>
              <a:spcAft>
                <a:spcPts val="0"/>
              </a:spcAft>
              <a:buClr>
                <a:schemeClr val="dk1"/>
              </a:buClr>
              <a:buSzPts val="6000"/>
              <a:buFont typeface="Epilogue"/>
              <a:buNone/>
              <a:defRPr sz="6000" b="1" i="0" u="none" strike="noStrike" cap="none">
                <a:solidFill>
                  <a:schemeClr val="dk1"/>
                </a:solidFill>
                <a:latin typeface="Epilogue"/>
                <a:ea typeface="Epilogue"/>
                <a:cs typeface="Epilogue"/>
                <a:sym typeface="Epilogue"/>
              </a:defRPr>
            </a:lvl7pPr>
            <a:lvl8pPr marR="0" lvl="7" algn="ctr" rtl="0">
              <a:lnSpc>
                <a:spcPct val="100000"/>
              </a:lnSpc>
              <a:spcBef>
                <a:spcPts val="0"/>
              </a:spcBef>
              <a:spcAft>
                <a:spcPts val="0"/>
              </a:spcAft>
              <a:buClr>
                <a:schemeClr val="dk1"/>
              </a:buClr>
              <a:buSzPts val="6000"/>
              <a:buFont typeface="Epilogue"/>
              <a:buNone/>
              <a:defRPr sz="6000" b="1" i="0" u="none" strike="noStrike" cap="none">
                <a:solidFill>
                  <a:schemeClr val="dk1"/>
                </a:solidFill>
                <a:latin typeface="Epilogue"/>
                <a:ea typeface="Epilogue"/>
                <a:cs typeface="Epilogue"/>
                <a:sym typeface="Epilogue"/>
              </a:defRPr>
            </a:lvl8pPr>
            <a:lvl9pPr marR="0" lvl="8" algn="ctr" rtl="0">
              <a:lnSpc>
                <a:spcPct val="100000"/>
              </a:lnSpc>
              <a:spcBef>
                <a:spcPts val="0"/>
              </a:spcBef>
              <a:spcAft>
                <a:spcPts val="0"/>
              </a:spcAft>
              <a:buClr>
                <a:schemeClr val="dk1"/>
              </a:buClr>
              <a:buSzPts val="6000"/>
              <a:buFont typeface="Epilogue"/>
              <a:buNone/>
              <a:defRPr sz="6000" b="1" i="0" u="none" strike="noStrike" cap="none">
                <a:solidFill>
                  <a:schemeClr val="dk1"/>
                </a:solidFill>
                <a:latin typeface="Epilogue"/>
                <a:ea typeface="Epilogue"/>
                <a:cs typeface="Epilogue"/>
                <a:sym typeface="Epilogue"/>
              </a:defRPr>
            </a:lvl9pPr>
          </a:lstStyle>
          <a:p>
            <a:pPr algn="l"/>
            <a:r>
              <a:rPr lang="en-US" sz="2000" dirty="0">
                <a:solidFill>
                  <a:schemeClr val="tx1">
                    <a:lumMod val="50000"/>
                  </a:schemeClr>
                </a:solidFill>
              </a:rPr>
              <a:t>2. What are the top 5 countries by GDP in the most recent year?</a:t>
            </a:r>
          </a:p>
        </p:txBody>
      </p:sp>
      <p:pic>
        <p:nvPicPr>
          <p:cNvPr id="10" name="Picture 9">
            <a:extLst>
              <a:ext uri="{FF2B5EF4-FFF2-40B4-BE49-F238E27FC236}">
                <a16:creationId xmlns:a16="http://schemas.microsoft.com/office/drawing/2014/main" id="{AECEB89B-F9EE-3539-9AF8-49C7A7DA50DA}"/>
              </a:ext>
            </a:extLst>
          </p:cNvPr>
          <p:cNvPicPr>
            <a:picLocks noChangeAspect="1"/>
          </p:cNvPicPr>
          <p:nvPr/>
        </p:nvPicPr>
        <p:blipFill>
          <a:blip r:embed="rId3"/>
          <a:srcRect r="10014" b="16960"/>
          <a:stretch>
            <a:fillRect/>
          </a:stretch>
        </p:blipFill>
        <p:spPr>
          <a:xfrm>
            <a:off x="4300808" y="3266400"/>
            <a:ext cx="3819617" cy="1731297"/>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C7598C25-E40C-D6AC-A1DC-FB1089492AB0}"/>
              </a:ext>
            </a:extLst>
          </p:cNvPr>
          <p:cNvPicPr>
            <a:picLocks noChangeAspect="1"/>
          </p:cNvPicPr>
          <p:nvPr/>
        </p:nvPicPr>
        <p:blipFill>
          <a:blip r:embed="rId4"/>
          <a:stretch>
            <a:fillRect/>
          </a:stretch>
        </p:blipFill>
        <p:spPr>
          <a:xfrm>
            <a:off x="2701785" y="1343074"/>
            <a:ext cx="4839375" cy="1314633"/>
          </a:xfrm>
          <a:prstGeom prst="rect">
            <a:avLst/>
          </a:prstGeom>
        </p:spPr>
      </p:pic>
      <p:pic>
        <p:nvPicPr>
          <p:cNvPr id="3" name="Picture 2">
            <a:extLst>
              <a:ext uri="{FF2B5EF4-FFF2-40B4-BE49-F238E27FC236}">
                <a16:creationId xmlns:a16="http://schemas.microsoft.com/office/drawing/2014/main" id="{E7D1AEE9-DB54-CD4A-0A12-17F1BC38EDB0}"/>
              </a:ext>
            </a:extLst>
          </p:cNvPr>
          <p:cNvPicPr>
            <a:picLocks noChangeAspect="1"/>
          </p:cNvPicPr>
          <p:nvPr/>
        </p:nvPicPr>
        <p:blipFill>
          <a:blip r:embed="rId5"/>
          <a:stretch>
            <a:fillRect/>
          </a:stretch>
        </p:blipFill>
        <p:spPr>
          <a:xfrm>
            <a:off x="0" y="4771655"/>
            <a:ext cx="1473203" cy="3442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AAAD9623-3ABC-BC41-ADDE-9AA81A70C558}"/>
            </a:ext>
          </a:extLst>
        </p:cNvPr>
        <p:cNvGrpSpPr/>
        <p:nvPr/>
      </p:nvGrpSpPr>
      <p:grpSpPr>
        <a:xfrm>
          <a:off x="0" y="0"/>
          <a:ext cx="0" cy="0"/>
          <a:chOff x="0" y="0"/>
          <a:chExt cx="0" cy="0"/>
        </a:xfrm>
      </p:grpSpPr>
      <p:sp>
        <p:nvSpPr>
          <p:cNvPr id="404" name="Google Shape;404;p29">
            <a:extLst>
              <a:ext uri="{FF2B5EF4-FFF2-40B4-BE49-F238E27FC236}">
                <a16:creationId xmlns:a16="http://schemas.microsoft.com/office/drawing/2014/main" id="{8B98F456-E1FC-9436-519A-2B1EA76DFF23}"/>
              </a:ext>
            </a:extLst>
          </p:cNvPr>
          <p:cNvSpPr txBox="1">
            <a:spLocks noGrp="1"/>
          </p:cNvSpPr>
          <p:nvPr>
            <p:ph type="title"/>
          </p:nvPr>
        </p:nvSpPr>
        <p:spPr>
          <a:xfrm>
            <a:off x="713225" y="520085"/>
            <a:ext cx="8301683" cy="576000"/>
          </a:xfrm>
          <a:prstGeom prst="rect">
            <a:avLst/>
          </a:prstGeom>
        </p:spPr>
        <p:txBody>
          <a:bodyPr spcFirstLastPara="1" wrap="square" lIns="91425" tIns="91425" rIns="91425" bIns="91425" anchor="t" anchorCtr="0">
            <a:noAutofit/>
          </a:bodyPr>
          <a:lstStyle/>
          <a:p>
            <a:pPr lvl="0"/>
            <a:r>
              <a:rPr lang="en-US" sz="2000" b="0" dirty="0"/>
              <a:t>3. Compare energy production and consumption by country &amp; year.</a:t>
            </a:r>
            <a:endParaRPr lang="en-US" sz="2000" b="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52BA861-9A7A-83E7-F2D8-792EE813BBFC}"/>
              </a:ext>
            </a:extLst>
          </p:cNvPr>
          <p:cNvPicPr>
            <a:picLocks noChangeAspect="1"/>
          </p:cNvPicPr>
          <p:nvPr/>
        </p:nvPicPr>
        <p:blipFill>
          <a:blip r:embed="rId3"/>
          <a:stretch>
            <a:fillRect/>
          </a:stretch>
        </p:blipFill>
        <p:spPr>
          <a:xfrm>
            <a:off x="1329242" y="1295493"/>
            <a:ext cx="5281940" cy="1814820"/>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C57C1F40-4CD7-9F5F-A0A2-A15178814B57}"/>
              </a:ext>
            </a:extLst>
          </p:cNvPr>
          <p:cNvPicPr>
            <a:picLocks noChangeAspect="1"/>
          </p:cNvPicPr>
          <p:nvPr/>
        </p:nvPicPr>
        <p:blipFill>
          <a:blip r:embed="rId4"/>
          <a:stretch>
            <a:fillRect/>
          </a:stretch>
        </p:blipFill>
        <p:spPr>
          <a:xfrm>
            <a:off x="3384686" y="3309721"/>
            <a:ext cx="4758287" cy="1620348"/>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70C06C44-0F00-DB99-9EF6-A6B973B07BD7}"/>
              </a:ext>
            </a:extLst>
          </p:cNvPr>
          <p:cNvPicPr>
            <a:picLocks noChangeAspect="1"/>
          </p:cNvPicPr>
          <p:nvPr/>
        </p:nvPicPr>
        <p:blipFill>
          <a:blip r:embed="rId5"/>
          <a:stretch>
            <a:fillRect/>
          </a:stretch>
        </p:blipFill>
        <p:spPr>
          <a:xfrm>
            <a:off x="0" y="4771655"/>
            <a:ext cx="1473203" cy="344241"/>
          </a:xfrm>
          <a:prstGeom prst="rect">
            <a:avLst/>
          </a:prstGeom>
        </p:spPr>
      </p:pic>
    </p:spTree>
    <p:extLst>
      <p:ext uri="{BB962C8B-B14F-4D97-AF65-F5344CB8AC3E}">
        <p14:creationId xmlns:p14="http://schemas.microsoft.com/office/powerpoint/2010/main" val="2653078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7EA91E05-8E59-02B2-6E81-DE44BD7A9F51}"/>
            </a:ext>
          </a:extLst>
        </p:cNvPr>
        <p:cNvGrpSpPr/>
        <p:nvPr/>
      </p:nvGrpSpPr>
      <p:grpSpPr>
        <a:xfrm>
          <a:off x="0" y="0"/>
          <a:ext cx="0" cy="0"/>
          <a:chOff x="0" y="0"/>
          <a:chExt cx="0" cy="0"/>
        </a:xfrm>
      </p:grpSpPr>
      <p:sp>
        <p:nvSpPr>
          <p:cNvPr id="404" name="Google Shape;404;p29">
            <a:extLst>
              <a:ext uri="{FF2B5EF4-FFF2-40B4-BE49-F238E27FC236}">
                <a16:creationId xmlns:a16="http://schemas.microsoft.com/office/drawing/2014/main" id="{68125BD0-C193-E8C6-BC05-5618E4D5164A}"/>
              </a:ext>
            </a:extLst>
          </p:cNvPr>
          <p:cNvSpPr txBox="1">
            <a:spLocks noGrp="1"/>
          </p:cNvSpPr>
          <p:nvPr>
            <p:ph type="title"/>
          </p:nvPr>
        </p:nvSpPr>
        <p:spPr>
          <a:xfrm>
            <a:off x="713224" y="539500"/>
            <a:ext cx="8301683" cy="576000"/>
          </a:xfrm>
          <a:prstGeom prst="rect">
            <a:avLst/>
          </a:prstGeom>
        </p:spPr>
        <p:txBody>
          <a:bodyPr spcFirstLastPara="1" wrap="square" lIns="91425" tIns="91425" rIns="91425" bIns="91425" anchor="t" anchorCtr="0">
            <a:noAutofit/>
          </a:bodyPr>
          <a:lstStyle/>
          <a:p>
            <a:pPr lvl="0"/>
            <a:r>
              <a:rPr lang="en-US" sz="2000" b="0" dirty="0"/>
              <a:t>4. Which energy types contribute most to emissions across all countries?</a:t>
            </a:r>
            <a:endParaRPr sz="2000" b="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5D28A26-1122-EC7A-DA3E-A6049CB33505}"/>
              </a:ext>
            </a:extLst>
          </p:cNvPr>
          <p:cNvPicPr>
            <a:picLocks noChangeAspect="1"/>
          </p:cNvPicPr>
          <p:nvPr/>
        </p:nvPicPr>
        <p:blipFill>
          <a:blip r:embed="rId3"/>
          <a:stretch>
            <a:fillRect/>
          </a:stretch>
        </p:blipFill>
        <p:spPr>
          <a:xfrm>
            <a:off x="3721127" y="3524595"/>
            <a:ext cx="4687171" cy="1361381"/>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A87F3097-01F2-1556-C4A3-83C0C61E57F8}"/>
              </a:ext>
            </a:extLst>
          </p:cNvPr>
          <p:cNvPicPr>
            <a:picLocks noChangeAspect="1"/>
          </p:cNvPicPr>
          <p:nvPr/>
        </p:nvPicPr>
        <p:blipFill>
          <a:blip r:embed="rId4"/>
          <a:stretch>
            <a:fillRect/>
          </a:stretch>
        </p:blipFill>
        <p:spPr>
          <a:xfrm>
            <a:off x="865798" y="1448322"/>
            <a:ext cx="3835294" cy="1877695"/>
          </a:xfrm>
          <a:prstGeom prst="rect">
            <a:avLst/>
          </a:prstGeom>
        </p:spPr>
      </p:pic>
      <p:pic>
        <p:nvPicPr>
          <p:cNvPr id="2" name="Picture 1">
            <a:extLst>
              <a:ext uri="{FF2B5EF4-FFF2-40B4-BE49-F238E27FC236}">
                <a16:creationId xmlns:a16="http://schemas.microsoft.com/office/drawing/2014/main" id="{DB009840-1CB0-2692-AB9F-20A9A361E69B}"/>
              </a:ext>
            </a:extLst>
          </p:cNvPr>
          <p:cNvPicPr>
            <a:picLocks noChangeAspect="1"/>
          </p:cNvPicPr>
          <p:nvPr/>
        </p:nvPicPr>
        <p:blipFill>
          <a:blip r:embed="rId5"/>
          <a:stretch>
            <a:fillRect/>
          </a:stretch>
        </p:blipFill>
        <p:spPr>
          <a:xfrm>
            <a:off x="0" y="4771655"/>
            <a:ext cx="1473203" cy="344241"/>
          </a:xfrm>
          <a:prstGeom prst="rect">
            <a:avLst/>
          </a:prstGeom>
        </p:spPr>
      </p:pic>
    </p:spTree>
    <p:extLst>
      <p:ext uri="{BB962C8B-B14F-4D97-AF65-F5344CB8AC3E}">
        <p14:creationId xmlns:p14="http://schemas.microsoft.com/office/powerpoint/2010/main" val="3502608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137B073D-E959-0A9D-E11F-5184B5D3CDF3}"/>
            </a:ext>
          </a:extLst>
        </p:cNvPr>
        <p:cNvGrpSpPr/>
        <p:nvPr/>
      </p:nvGrpSpPr>
      <p:grpSpPr>
        <a:xfrm>
          <a:off x="0" y="0"/>
          <a:ext cx="0" cy="0"/>
          <a:chOff x="0" y="0"/>
          <a:chExt cx="0" cy="0"/>
        </a:xfrm>
      </p:grpSpPr>
      <p:sp>
        <p:nvSpPr>
          <p:cNvPr id="404" name="Google Shape;404;p29">
            <a:extLst>
              <a:ext uri="{FF2B5EF4-FFF2-40B4-BE49-F238E27FC236}">
                <a16:creationId xmlns:a16="http://schemas.microsoft.com/office/drawing/2014/main" id="{C8856291-A2C3-F01F-01A6-F0C81770FCE3}"/>
              </a:ext>
            </a:extLst>
          </p:cNvPr>
          <p:cNvSpPr txBox="1">
            <a:spLocks noGrp="1"/>
          </p:cNvSpPr>
          <p:nvPr>
            <p:ph type="title"/>
          </p:nvPr>
        </p:nvSpPr>
        <p:spPr>
          <a:xfrm>
            <a:off x="713224" y="539500"/>
            <a:ext cx="8301683" cy="576000"/>
          </a:xfrm>
          <a:prstGeom prst="rect">
            <a:avLst/>
          </a:prstGeom>
        </p:spPr>
        <p:txBody>
          <a:bodyPr spcFirstLastPara="1" wrap="square" lIns="91425" tIns="91425" rIns="91425" bIns="91425" anchor="t" anchorCtr="0">
            <a:noAutofit/>
          </a:bodyPr>
          <a:lstStyle/>
          <a:p>
            <a:pPr lvl="0"/>
            <a:r>
              <a:rPr lang="en-US" sz="2000" b="0" dirty="0"/>
              <a:t>5. How have global emissions changed year over year?</a:t>
            </a:r>
            <a:endParaRPr sz="2000" b="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F237D43-C7FE-4B30-E462-7B00CC8747EF}"/>
              </a:ext>
            </a:extLst>
          </p:cNvPr>
          <p:cNvPicPr>
            <a:picLocks noChangeAspect="1"/>
          </p:cNvPicPr>
          <p:nvPr/>
        </p:nvPicPr>
        <p:blipFill>
          <a:blip r:embed="rId3"/>
          <a:stretch>
            <a:fillRect/>
          </a:stretch>
        </p:blipFill>
        <p:spPr>
          <a:xfrm>
            <a:off x="4495241" y="3137665"/>
            <a:ext cx="2493952" cy="1496372"/>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82774695-0C5D-DD22-2927-5DEDDA28E9C2}"/>
              </a:ext>
            </a:extLst>
          </p:cNvPr>
          <p:cNvPicPr>
            <a:picLocks noChangeAspect="1"/>
          </p:cNvPicPr>
          <p:nvPr/>
        </p:nvPicPr>
        <p:blipFill>
          <a:blip r:embed="rId4"/>
          <a:stretch>
            <a:fillRect/>
          </a:stretch>
        </p:blipFill>
        <p:spPr>
          <a:xfrm>
            <a:off x="1125707" y="1548570"/>
            <a:ext cx="4501174" cy="1183871"/>
          </a:xfrm>
          <a:prstGeom prst="rect">
            <a:avLst/>
          </a:prstGeom>
        </p:spPr>
      </p:pic>
      <p:pic>
        <p:nvPicPr>
          <p:cNvPr id="2" name="Picture 1">
            <a:extLst>
              <a:ext uri="{FF2B5EF4-FFF2-40B4-BE49-F238E27FC236}">
                <a16:creationId xmlns:a16="http://schemas.microsoft.com/office/drawing/2014/main" id="{92F30CAF-0F86-979E-F931-7DE61F6CBB3D}"/>
              </a:ext>
            </a:extLst>
          </p:cNvPr>
          <p:cNvPicPr>
            <a:picLocks noChangeAspect="1"/>
          </p:cNvPicPr>
          <p:nvPr/>
        </p:nvPicPr>
        <p:blipFill>
          <a:blip r:embed="rId5"/>
          <a:stretch>
            <a:fillRect/>
          </a:stretch>
        </p:blipFill>
        <p:spPr>
          <a:xfrm>
            <a:off x="0" y="4771655"/>
            <a:ext cx="1473203" cy="344241"/>
          </a:xfrm>
          <a:prstGeom prst="rect">
            <a:avLst/>
          </a:prstGeom>
        </p:spPr>
      </p:pic>
    </p:spTree>
    <p:extLst>
      <p:ext uri="{BB962C8B-B14F-4D97-AF65-F5344CB8AC3E}">
        <p14:creationId xmlns:p14="http://schemas.microsoft.com/office/powerpoint/2010/main" val="4095435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7">
          <a:extLst>
            <a:ext uri="{FF2B5EF4-FFF2-40B4-BE49-F238E27FC236}">
              <a16:creationId xmlns:a16="http://schemas.microsoft.com/office/drawing/2014/main" id="{A6A188DF-0CA4-834D-00B6-04168A4E2393}"/>
            </a:ext>
          </a:extLst>
        </p:cNvPr>
        <p:cNvGrpSpPr/>
        <p:nvPr/>
      </p:nvGrpSpPr>
      <p:grpSpPr>
        <a:xfrm>
          <a:off x="0" y="0"/>
          <a:ext cx="0" cy="0"/>
          <a:chOff x="0" y="0"/>
          <a:chExt cx="0" cy="0"/>
        </a:xfrm>
      </p:grpSpPr>
      <p:cxnSp>
        <p:nvCxnSpPr>
          <p:cNvPr id="478" name="Google Shape;478;p34">
            <a:extLst>
              <a:ext uri="{FF2B5EF4-FFF2-40B4-BE49-F238E27FC236}">
                <a16:creationId xmlns:a16="http://schemas.microsoft.com/office/drawing/2014/main" id="{AB18FFC0-AB0A-1747-C414-A37B6542C9AF}"/>
              </a:ext>
            </a:extLst>
          </p:cNvPr>
          <p:cNvCxnSpPr/>
          <p:nvPr/>
        </p:nvCxnSpPr>
        <p:spPr>
          <a:xfrm>
            <a:off x="-29150" y="3236550"/>
            <a:ext cx="515100" cy="0"/>
          </a:xfrm>
          <a:prstGeom prst="straightConnector1">
            <a:avLst/>
          </a:prstGeom>
          <a:noFill/>
          <a:ln w="9525" cap="flat" cmpd="sng">
            <a:solidFill>
              <a:schemeClr val="dk1"/>
            </a:solidFill>
            <a:prstDash val="dash"/>
            <a:round/>
            <a:headEnd type="none" w="med" len="med"/>
            <a:tailEnd type="none" w="med" len="med"/>
          </a:ln>
        </p:spPr>
      </p:cxnSp>
      <p:sp>
        <p:nvSpPr>
          <p:cNvPr id="479" name="Google Shape;479;p34">
            <a:extLst>
              <a:ext uri="{FF2B5EF4-FFF2-40B4-BE49-F238E27FC236}">
                <a16:creationId xmlns:a16="http://schemas.microsoft.com/office/drawing/2014/main" id="{1167C860-B01A-0563-1CDF-B9C75223E55C}"/>
              </a:ext>
            </a:extLst>
          </p:cNvPr>
          <p:cNvSpPr/>
          <p:nvPr/>
        </p:nvSpPr>
        <p:spPr>
          <a:xfrm>
            <a:off x="1023575" y="277775"/>
            <a:ext cx="7818305" cy="3320545"/>
          </a:xfrm>
          <a:custGeom>
            <a:avLst/>
            <a:gdLst/>
            <a:ahLst/>
            <a:cxnLst/>
            <a:rect l="l" t="t" r="r" b="b"/>
            <a:pathLst>
              <a:path w="22609" h="10401" fill="none" extrusionOk="0">
                <a:moveTo>
                  <a:pt x="19388" y="10401"/>
                </a:moveTo>
                <a:lnTo>
                  <a:pt x="19388" y="10401"/>
                </a:lnTo>
                <a:cubicBezTo>
                  <a:pt x="21897" y="10401"/>
                  <a:pt x="21897" y="10401"/>
                  <a:pt x="21897" y="10401"/>
                </a:cubicBezTo>
                <a:cubicBezTo>
                  <a:pt x="22292" y="10401"/>
                  <a:pt x="22609" y="10084"/>
                  <a:pt x="22609" y="9693"/>
                </a:cubicBezTo>
                <a:cubicBezTo>
                  <a:pt x="22609" y="478"/>
                  <a:pt x="22609" y="478"/>
                  <a:pt x="22609" y="478"/>
                </a:cubicBezTo>
                <a:cubicBezTo>
                  <a:pt x="22609" y="215"/>
                  <a:pt x="22394" y="0"/>
                  <a:pt x="22131" y="0"/>
                </a:cubicBezTo>
                <a:cubicBezTo>
                  <a:pt x="478" y="0"/>
                  <a:pt x="478" y="0"/>
                  <a:pt x="478" y="0"/>
                </a:cubicBezTo>
                <a:cubicBezTo>
                  <a:pt x="215" y="0"/>
                  <a:pt x="0" y="215"/>
                  <a:pt x="0" y="478"/>
                </a:cubicBezTo>
                <a:cubicBezTo>
                  <a:pt x="0" y="4670"/>
                  <a:pt x="0" y="4670"/>
                  <a:pt x="0" y="4670"/>
                </a:cubicBezTo>
              </a:path>
            </a:pathLst>
          </a:custGeom>
          <a:noFill/>
          <a:ln w="9525" cap="rnd" cmpd="sng">
            <a:solidFill>
              <a:schemeClr val="dk1"/>
            </a:solidFill>
            <a:prstDash val="solid"/>
            <a:round/>
            <a:headEnd type="none" w="sm" len="sm"/>
            <a:tailEnd type="none" w="sm" len="sm"/>
          </a:ln>
        </p:spPr>
        <p:txBody>
          <a:bodyPr spcFirstLastPara="1" wrap="square" lIns="92500" tIns="47500" rIns="92500" bIns="475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482" name="Google Shape;482;p34">
            <a:extLst>
              <a:ext uri="{FF2B5EF4-FFF2-40B4-BE49-F238E27FC236}">
                <a16:creationId xmlns:a16="http://schemas.microsoft.com/office/drawing/2014/main" id="{CCDC4BA8-2977-A358-1BAB-CBEB334A3AAE}"/>
              </a:ext>
            </a:extLst>
          </p:cNvPr>
          <p:cNvGrpSpPr/>
          <p:nvPr/>
        </p:nvGrpSpPr>
        <p:grpSpPr>
          <a:xfrm>
            <a:off x="364904" y="1572281"/>
            <a:ext cx="1744011" cy="2798600"/>
            <a:chOff x="1004629" y="1582000"/>
            <a:chExt cx="1744011" cy="2798600"/>
          </a:xfrm>
        </p:grpSpPr>
        <p:sp>
          <p:nvSpPr>
            <p:cNvPr id="483" name="Google Shape;483;p34">
              <a:extLst>
                <a:ext uri="{FF2B5EF4-FFF2-40B4-BE49-F238E27FC236}">
                  <a16:creationId xmlns:a16="http://schemas.microsoft.com/office/drawing/2014/main" id="{74907ABD-1778-C151-1E5E-D9CFA2544CF1}"/>
                </a:ext>
              </a:extLst>
            </p:cNvPr>
            <p:cNvSpPr/>
            <p:nvPr/>
          </p:nvSpPr>
          <p:spPr>
            <a:xfrm>
              <a:off x="2475483" y="1592506"/>
              <a:ext cx="101121" cy="558144"/>
            </a:xfrm>
            <a:custGeom>
              <a:avLst/>
              <a:gdLst/>
              <a:ahLst/>
              <a:cxnLst/>
              <a:rect l="l" t="t" r="r" b="b"/>
              <a:pathLst>
                <a:path w="154" h="850" extrusionOk="0">
                  <a:moveTo>
                    <a:pt x="154" y="248"/>
                  </a:moveTo>
                  <a:lnTo>
                    <a:pt x="154" y="248"/>
                  </a:lnTo>
                  <a:cubicBezTo>
                    <a:pt x="123" y="31"/>
                    <a:pt x="123" y="31"/>
                    <a:pt x="123" y="31"/>
                  </a:cubicBezTo>
                  <a:cubicBezTo>
                    <a:pt x="123" y="15"/>
                    <a:pt x="108" y="0"/>
                    <a:pt x="92" y="0"/>
                  </a:cubicBezTo>
                  <a:cubicBezTo>
                    <a:pt x="46" y="0"/>
                    <a:pt x="46" y="0"/>
                    <a:pt x="46" y="0"/>
                  </a:cubicBezTo>
                  <a:cubicBezTo>
                    <a:pt x="31" y="0"/>
                    <a:pt x="14" y="15"/>
                    <a:pt x="14" y="31"/>
                  </a:cubicBezTo>
                  <a:cubicBezTo>
                    <a:pt x="0" y="248"/>
                    <a:pt x="0" y="248"/>
                    <a:pt x="0" y="248"/>
                  </a:cubicBezTo>
                  <a:lnTo>
                    <a:pt x="0" y="263"/>
                  </a:lnTo>
                  <a:cubicBezTo>
                    <a:pt x="0" y="788"/>
                    <a:pt x="0" y="788"/>
                    <a:pt x="0" y="788"/>
                  </a:cubicBezTo>
                  <a:cubicBezTo>
                    <a:pt x="0" y="819"/>
                    <a:pt x="46" y="850"/>
                    <a:pt x="77" y="850"/>
                  </a:cubicBezTo>
                  <a:cubicBezTo>
                    <a:pt x="123" y="850"/>
                    <a:pt x="154" y="819"/>
                    <a:pt x="154" y="788"/>
                  </a:cubicBezTo>
                  <a:cubicBezTo>
                    <a:pt x="154" y="263"/>
                    <a:pt x="154" y="263"/>
                    <a:pt x="154" y="263"/>
                  </a:cubicBezTo>
                  <a:lnTo>
                    <a:pt x="154" y="248"/>
                  </a:lnTo>
                  <a:close/>
                </a:path>
              </a:pathLst>
            </a:custGeom>
            <a:solidFill>
              <a:schemeClr val="accent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4" name="Google Shape;484;p34">
              <a:extLst>
                <a:ext uri="{FF2B5EF4-FFF2-40B4-BE49-F238E27FC236}">
                  <a16:creationId xmlns:a16="http://schemas.microsoft.com/office/drawing/2014/main" id="{99F2FB86-E9DB-FE5A-9416-F548B8A8C28C}"/>
                </a:ext>
              </a:extLst>
            </p:cNvPr>
            <p:cNvSpPr/>
            <p:nvPr/>
          </p:nvSpPr>
          <p:spPr>
            <a:xfrm>
              <a:off x="2302789" y="1945122"/>
              <a:ext cx="445852" cy="2426285"/>
            </a:xfrm>
            <a:custGeom>
              <a:avLst/>
              <a:gdLst/>
              <a:ahLst/>
              <a:cxnLst/>
              <a:rect l="l" t="t" r="r" b="b"/>
              <a:pathLst>
                <a:path w="679" h="3695" extrusionOk="0">
                  <a:moveTo>
                    <a:pt x="679" y="1624"/>
                  </a:moveTo>
                  <a:lnTo>
                    <a:pt x="679" y="1624"/>
                  </a:lnTo>
                  <a:cubicBezTo>
                    <a:pt x="679" y="3680"/>
                    <a:pt x="540" y="3680"/>
                    <a:pt x="355" y="3695"/>
                  </a:cubicBezTo>
                  <a:cubicBezTo>
                    <a:pt x="154" y="3695"/>
                    <a:pt x="15" y="3695"/>
                    <a:pt x="0" y="1641"/>
                  </a:cubicBezTo>
                  <a:cubicBezTo>
                    <a:pt x="0" y="1332"/>
                    <a:pt x="31" y="977"/>
                    <a:pt x="108" y="715"/>
                  </a:cubicBezTo>
                  <a:cubicBezTo>
                    <a:pt x="123" y="607"/>
                    <a:pt x="200" y="65"/>
                    <a:pt x="200" y="65"/>
                  </a:cubicBezTo>
                  <a:cubicBezTo>
                    <a:pt x="200" y="34"/>
                    <a:pt x="231" y="3"/>
                    <a:pt x="263" y="3"/>
                  </a:cubicBezTo>
                  <a:cubicBezTo>
                    <a:pt x="402" y="3"/>
                    <a:pt x="402" y="3"/>
                    <a:pt x="402" y="3"/>
                  </a:cubicBezTo>
                  <a:cubicBezTo>
                    <a:pt x="433" y="-12"/>
                    <a:pt x="463" y="34"/>
                    <a:pt x="463" y="65"/>
                  </a:cubicBezTo>
                  <a:cubicBezTo>
                    <a:pt x="463" y="65"/>
                    <a:pt x="540" y="607"/>
                    <a:pt x="556" y="715"/>
                  </a:cubicBezTo>
                  <a:cubicBezTo>
                    <a:pt x="633" y="977"/>
                    <a:pt x="679" y="1317"/>
                    <a:pt x="679" y="1624"/>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5" name="Google Shape;485;p34">
              <a:extLst>
                <a:ext uri="{FF2B5EF4-FFF2-40B4-BE49-F238E27FC236}">
                  <a16:creationId xmlns:a16="http://schemas.microsoft.com/office/drawing/2014/main" id="{D1A299B1-30E2-4E33-5C89-39DF6F2A3A19}"/>
                </a:ext>
              </a:extLst>
            </p:cNvPr>
            <p:cNvSpPr/>
            <p:nvPr/>
          </p:nvSpPr>
          <p:spPr>
            <a:xfrm>
              <a:off x="2302789" y="2414620"/>
              <a:ext cx="445852" cy="1956787"/>
            </a:xfrm>
            <a:custGeom>
              <a:avLst/>
              <a:gdLst/>
              <a:ahLst/>
              <a:cxnLst/>
              <a:rect l="l" t="t" r="r" b="b"/>
              <a:pathLst>
                <a:path w="679" h="2980" extrusionOk="0">
                  <a:moveTo>
                    <a:pt x="679" y="909"/>
                  </a:moveTo>
                  <a:lnTo>
                    <a:pt x="679" y="909"/>
                  </a:lnTo>
                  <a:cubicBezTo>
                    <a:pt x="679" y="2965"/>
                    <a:pt x="540" y="2965"/>
                    <a:pt x="355" y="2980"/>
                  </a:cubicBezTo>
                  <a:cubicBezTo>
                    <a:pt x="154" y="2980"/>
                    <a:pt x="15" y="2980"/>
                    <a:pt x="0" y="926"/>
                  </a:cubicBezTo>
                  <a:cubicBezTo>
                    <a:pt x="0" y="617"/>
                    <a:pt x="31" y="262"/>
                    <a:pt x="108" y="0"/>
                  </a:cubicBezTo>
                  <a:cubicBezTo>
                    <a:pt x="556" y="0"/>
                    <a:pt x="556" y="0"/>
                    <a:pt x="556" y="0"/>
                  </a:cubicBezTo>
                  <a:cubicBezTo>
                    <a:pt x="633" y="262"/>
                    <a:pt x="679" y="602"/>
                    <a:pt x="679" y="909"/>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6" name="Google Shape;486;p34">
              <a:extLst>
                <a:ext uri="{FF2B5EF4-FFF2-40B4-BE49-F238E27FC236}">
                  <a16:creationId xmlns:a16="http://schemas.microsoft.com/office/drawing/2014/main" id="{47646D6F-4871-C4FA-30DE-C811B048F238}"/>
                </a:ext>
              </a:extLst>
            </p:cNvPr>
            <p:cNvSpPr/>
            <p:nvPr/>
          </p:nvSpPr>
          <p:spPr>
            <a:xfrm>
              <a:off x="2424266" y="2677276"/>
              <a:ext cx="202899" cy="1085426"/>
            </a:xfrm>
            <a:custGeom>
              <a:avLst/>
              <a:gdLst/>
              <a:ahLst/>
              <a:cxnLst/>
              <a:rect l="l" t="t" r="r" b="b"/>
              <a:pathLst>
                <a:path w="309" h="1653" extrusionOk="0">
                  <a:moveTo>
                    <a:pt x="309" y="1513"/>
                  </a:moveTo>
                  <a:lnTo>
                    <a:pt x="309" y="1513"/>
                  </a:lnTo>
                  <a:cubicBezTo>
                    <a:pt x="309" y="1590"/>
                    <a:pt x="263" y="1653"/>
                    <a:pt x="186" y="1653"/>
                  </a:cubicBezTo>
                  <a:cubicBezTo>
                    <a:pt x="140" y="1653"/>
                    <a:pt x="140" y="1653"/>
                    <a:pt x="140" y="1653"/>
                  </a:cubicBezTo>
                  <a:cubicBezTo>
                    <a:pt x="63" y="1653"/>
                    <a:pt x="0" y="1590"/>
                    <a:pt x="0" y="1513"/>
                  </a:cubicBezTo>
                  <a:cubicBezTo>
                    <a:pt x="0" y="140"/>
                    <a:pt x="0" y="140"/>
                    <a:pt x="0" y="140"/>
                  </a:cubicBezTo>
                  <a:cubicBezTo>
                    <a:pt x="0" y="62"/>
                    <a:pt x="46" y="0"/>
                    <a:pt x="124" y="0"/>
                  </a:cubicBezTo>
                  <a:cubicBezTo>
                    <a:pt x="170" y="0"/>
                    <a:pt x="170" y="0"/>
                    <a:pt x="170" y="0"/>
                  </a:cubicBezTo>
                  <a:cubicBezTo>
                    <a:pt x="248" y="0"/>
                    <a:pt x="309" y="62"/>
                    <a:pt x="309" y="140"/>
                  </a:cubicBezTo>
                  <a:lnTo>
                    <a:pt x="309" y="1513"/>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7" name="Google Shape;487;p34">
              <a:extLst>
                <a:ext uri="{FF2B5EF4-FFF2-40B4-BE49-F238E27FC236}">
                  <a16:creationId xmlns:a16="http://schemas.microsoft.com/office/drawing/2014/main" id="{A717F7D3-B0F3-0A2D-EAA5-BFD8E046F80B}"/>
                </a:ext>
              </a:extLst>
            </p:cNvPr>
            <p:cNvSpPr/>
            <p:nvPr/>
          </p:nvSpPr>
          <p:spPr>
            <a:xfrm>
              <a:off x="2403910" y="2667426"/>
              <a:ext cx="243610" cy="1104468"/>
            </a:xfrm>
            <a:custGeom>
              <a:avLst/>
              <a:gdLst/>
              <a:ahLst/>
              <a:cxnLst/>
              <a:rect l="l" t="t" r="r" b="b"/>
              <a:pathLst>
                <a:path w="371" h="1682" extrusionOk="0">
                  <a:moveTo>
                    <a:pt x="46" y="1637"/>
                  </a:moveTo>
                  <a:lnTo>
                    <a:pt x="46" y="1637"/>
                  </a:lnTo>
                  <a:cubicBezTo>
                    <a:pt x="15" y="1605"/>
                    <a:pt x="0" y="1576"/>
                    <a:pt x="0" y="1528"/>
                  </a:cubicBezTo>
                  <a:cubicBezTo>
                    <a:pt x="0" y="155"/>
                    <a:pt x="0" y="155"/>
                    <a:pt x="0" y="155"/>
                  </a:cubicBezTo>
                  <a:cubicBezTo>
                    <a:pt x="0" y="63"/>
                    <a:pt x="63" y="0"/>
                    <a:pt x="155" y="0"/>
                  </a:cubicBezTo>
                  <a:cubicBezTo>
                    <a:pt x="201" y="0"/>
                    <a:pt x="201" y="0"/>
                    <a:pt x="201" y="0"/>
                  </a:cubicBezTo>
                  <a:cubicBezTo>
                    <a:pt x="294" y="0"/>
                    <a:pt x="371" y="63"/>
                    <a:pt x="371" y="155"/>
                  </a:cubicBezTo>
                  <a:cubicBezTo>
                    <a:pt x="371" y="1528"/>
                    <a:pt x="371" y="1528"/>
                    <a:pt x="371" y="1528"/>
                  </a:cubicBezTo>
                  <a:cubicBezTo>
                    <a:pt x="371" y="1622"/>
                    <a:pt x="309" y="1682"/>
                    <a:pt x="217" y="1682"/>
                  </a:cubicBezTo>
                  <a:cubicBezTo>
                    <a:pt x="171" y="1682"/>
                    <a:pt x="171" y="1682"/>
                    <a:pt x="171" y="1682"/>
                  </a:cubicBezTo>
                  <a:cubicBezTo>
                    <a:pt x="123" y="1682"/>
                    <a:pt x="77" y="1668"/>
                    <a:pt x="46" y="1637"/>
                  </a:cubicBezTo>
                  <a:moveTo>
                    <a:pt x="279" y="77"/>
                  </a:moveTo>
                  <a:lnTo>
                    <a:pt x="279" y="77"/>
                  </a:lnTo>
                  <a:cubicBezTo>
                    <a:pt x="263" y="63"/>
                    <a:pt x="232" y="46"/>
                    <a:pt x="201" y="46"/>
                  </a:cubicBezTo>
                  <a:cubicBezTo>
                    <a:pt x="155" y="46"/>
                    <a:pt x="155" y="46"/>
                    <a:pt x="155" y="46"/>
                  </a:cubicBezTo>
                  <a:cubicBezTo>
                    <a:pt x="94" y="46"/>
                    <a:pt x="46" y="94"/>
                    <a:pt x="46" y="155"/>
                  </a:cubicBezTo>
                  <a:cubicBezTo>
                    <a:pt x="63" y="1528"/>
                    <a:pt x="63" y="1528"/>
                    <a:pt x="63" y="1528"/>
                  </a:cubicBezTo>
                  <a:cubicBezTo>
                    <a:pt x="63" y="1591"/>
                    <a:pt x="109" y="1637"/>
                    <a:pt x="171" y="1637"/>
                  </a:cubicBezTo>
                  <a:cubicBezTo>
                    <a:pt x="217" y="1637"/>
                    <a:pt x="217" y="1637"/>
                    <a:pt x="217" y="1637"/>
                  </a:cubicBezTo>
                  <a:cubicBezTo>
                    <a:pt x="279" y="1637"/>
                    <a:pt x="325" y="1591"/>
                    <a:pt x="325" y="1528"/>
                  </a:cubicBezTo>
                  <a:cubicBezTo>
                    <a:pt x="309" y="155"/>
                    <a:pt x="309" y="155"/>
                    <a:pt x="309" y="155"/>
                  </a:cubicBezTo>
                  <a:cubicBezTo>
                    <a:pt x="309" y="123"/>
                    <a:pt x="294" y="94"/>
                    <a:pt x="279" y="77"/>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8" name="Google Shape;488;p34">
              <a:extLst>
                <a:ext uri="{FF2B5EF4-FFF2-40B4-BE49-F238E27FC236}">
                  <a16:creationId xmlns:a16="http://schemas.microsoft.com/office/drawing/2014/main" id="{F52C9A97-3E4A-9912-CDEA-A76E7BFBB80C}"/>
                </a:ext>
              </a:extLst>
            </p:cNvPr>
            <p:cNvSpPr/>
            <p:nvPr/>
          </p:nvSpPr>
          <p:spPr>
            <a:xfrm>
              <a:off x="2475483" y="3630717"/>
              <a:ext cx="101121" cy="30205"/>
            </a:xfrm>
            <a:custGeom>
              <a:avLst/>
              <a:gdLst/>
              <a:ahLst/>
              <a:cxnLst/>
              <a:rect l="l" t="t" r="r" b="b"/>
              <a:pathLst>
                <a:path w="154" h="46" extrusionOk="0">
                  <a:moveTo>
                    <a:pt x="154" y="15"/>
                  </a:moveTo>
                  <a:lnTo>
                    <a:pt x="154" y="15"/>
                  </a:lnTo>
                  <a:cubicBezTo>
                    <a:pt x="154" y="30"/>
                    <a:pt x="139" y="46"/>
                    <a:pt x="139" y="46"/>
                  </a:cubicBezTo>
                  <a:cubicBezTo>
                    <a:pt x="14" y="46"/>
                    <a:pt x="14" y="46"/>
                    <a:pt x="14" y="46"/>
                  </a:cubicBezTo>
                  <a:cubicBezTo>
                    <a:pt x="0" y="46"/>
                    <a:pt x="0" y="30"/>
                    <a:pt x="0" y="15"/>
                  </a:cubicBezTo>
                  <a:lnTo>
                    <a:pt x="0" y="15"/>
                  </a:lnTo>
                  <a:cubicBezTo>
                    <a:pt x="0" y="15"/>
                    <a:pt x="0" y="0"/>
                    <a:pt x="14" y="0"/>
                  </a:cubicBezTo>
                  <a:cubicBezTo>
                    <a:pt x="139" y="0"/>
                    <a:pt x="139" y="0"/>
                    <a:pt x="139" y="0"/>
                  </a:cubicBezTo>
                  <a:lnTo>
                    <a:pt x="154" y="15"/>
                  </a:ln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9" name="Google Shape;489;p34">
              <a:extLst>
                <a:ext uri="{FF2B5EF4-FFF2-40B4-BE49-F238E27FC236}">
                  <a16:creationId xmlns:a16="http://schemas.microsoft.com/office/drawing/2014/main" id="{84E72156-9EB4-5035-BFF7-B324B267E492}"/>
                </a:ext>
              </a:extLst>
            </p:cNvPr>
            <p:cNvSpPr/>
            <p:nvPr/>
          </p:nvSpPr>
          <p:spPr>
            <a:xfrm>
              <a:off x="2475483" y="3528938"/>
              <a:ext cx="101121" cy="30862"/>
            </a:xfrm>
            <a:custGeom>
              <a:avLst/>
              <a:gdLst/>
              <a:ahLst/>
              <a:cxnLst/>
              <a:rect l="l" t="t" r="r" b="b"/>
              <a:pathLst>
                <a:path w="154" h="47" extrusionOk="0">
                  <a:moveTo>
                    <a:pt x="154" y="31"/>
                  </a:moveTo>
                  <a:lnTo>
                    <a:pt x="154" y="31"/>
                  </a:lnTo>
                  <a:cubicBezTo>
                    <a:pt x="154" y="47"/>
                    <a:pt x="139" y="47"/>
                    <a:pt x="139" y="47"/>
                  </a:cubicBezTo>
                  <a:cubicBezTo>
                    <a:pt x="14" y="47"/>
                    <a:pt x="14" y="47"/>
                    <a:pt x="14" y="47"/>
                  </a:cubicBezTo>
                  <a:cubicBezTo>
                    <a:pt x="0" y="47"/>
                    <a:pt x="0" y="47"/>
                    <a:pt x="0" y="31"/>
                  </a:cubicBezTo>
                  <a:lnTo>
                    <a:pt x="0" y="31"/>
                  </a:lnTo>
                  <a:cubicBezTo>
                    <a:pt x="0" y="16"/>
                    <a:pt x="0" y="0"/>
                    <a:pt x="14" y="0"/>
                  </a:cubicBezTo>
                  <a:cubicBezTo>
                    <a:pt x="139" y="0"/>
                    <a:pt x="139" y="0"/>
                    <a:pt x="139" y="0"/>
                  </a:cubicBezTo>
                  <a:cubicBezTo>
                    <a:pt x="139" y="0"/>
                    <a:pt x="154" y="16"/>
                    <a:pt x="154" y="3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0" name="Google Shape;490;p34">
              <a:extLst>
                <a:ext uri="{FF2B5EF4-FFF2-40B4-BE49-F238E27FC236}">
                  <a16:creationId xmlns:a16="http://schemas.microsoft.com/office/drawing/2014/main" id="{3DC2AF70-4269-9429-06E6-89CCE1DB3CE2}"/>
                </a:ext>
              </a:extLst>
            </p:cNvPr>
            <p:cNvSpPr/>
            <p:nvPr/>
          </p:nvSpPr>
          <p:spPr>
            <a:xfrm>
              <a:off x="2475483" y="3438321"/>
              <a:ext cx="101121" cy="20356"/>
            </a:xfrm>
            <a:custGeom>
              <a:avLst/>
              <a:gdLst/>
              <a:ahLst/>
              <a:cxnLst/>
              <a:rect l="l" t="t" r="r" b="b"/>
              <a:pathLst>
                <a:path w="154" h="31" extrusionOk="0">
                  <a:moveTo>
                    <a:pt x="154" y="15"/>
                  </a:moveTo>
                  <a:lnTo>
                    <a:pt x="154" y="15"/>
                  </a:lnTo>
                  <a:cubicBezTo>
                    <a:pt x="154" y="31"/>
                    <a:pt x="139" y="31"/>
                    <a:pt x="139" y="31"/>
                  </a:cubicBezTo>
                  <a:cubicBezTo>
                    <a:pt x="14" y="31"/>
                    <a:pt x="14" y="31"/>
                    <a:pt x="14" y="31"/>
                  </a:cubicBezTo>
                  <a:cubicBezTo>
                    <a:pt x="0" y="31"/>
                    <a:pt x="0" y="31"/>
                    <a:pt x="0" y="15"/>
                  </a:cubicBezTo>
                  <a:lnTo>
                    <a:pt x="0" y="15"/>
                  </a:lnTo>
                  <a:cubicBezTo>
                    <a:pt x="0" y="0"/>
                    <a:pt x="0" y="0"/>
                    <a:pt x="14" y="0"/>
                  </a:cubicBezTo>
                  <a:cubicBezTo>
                    <a:pt x="139" y="0"/>
                    <a:pt x="139" y="0"/>
                    <a:pt x="139" y="0"/>
                  </a:cubicBezTo>
                  <a:cubicBezTo>
                    <a:pt x="139" y="0"/>
                    <a:pt x="154" y="0"/>
                    <a:pt x="154" y="15"/>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1" name="Google Shape;491;p34">
              <a:extLst>
                <a:ext uri="{FF2B5EF4-FFF2-40B4-BE49-F238E27FC236}">
                  <a16:creationId xmlns:a16="http://schemas.microsoft.com/office/drawing/2014/main" id="{B946E96D-FBC8-15AF-DB2D-05E40BF08B77}"/>
                </a:ext>
              </a:extLst>
            </p:cNvPr>
            <p:cNvSpPr/>
            <p:nvPr/>
          </p:nvSpPr>
          <p:spPr>
            <a:xfrm>
              <a:off x="2475483" y="3337199"/>
              <a:ext cx="101121" cy="30205"/>
            </a:xfrm>
            <a:custGeom>
              <a:avLst/>
              <a:gdLst/>
              <a:ahLst/>
              <a:cxnLst/>
              <a:rect l="l" t="t" r="r" b="b"/>
              <a:pathLst>
                <a:path w="154" h="46" extrusionOk="0">
                  <a:moveTo>
                    <a:pt x="154" y="14"/>
                  </a:moveTo>
                  <a:lnTo>
                    <a:pt x="154" y="14"/>
                  </a:lnTo>
                  <a:cubicBezTo>
                    <a:pt x="154" y="29"/>
                    <a:pt x="139" y="46"/>
                    <a:pt x="139" y="46"/>
                  </a:cubicBezTo>
                  <a:cubicBezTo>
                    <a:pt x="14" y="46"/>
                    <a:pt x="14" y="46"/>
                    <a:pt x="14" y="46"/>
                  </a:cubicBezTo>
                  <a:cubicBezTo>
                    <a:pt x="0" y="46"/>
                    <a:pt x="0" y="29"/>
                    <a:pt x="0" y="14"/>
                  </a:cubicBezTo>
                  <a:lnTo>
                    <a:pt x="0" y="14"/>
                  </a:lnTo>
                  <a:cubicBezTo>
                    <a:pt x="0" y="14"/>
                    <a:pt x="0" y="0"/>
                    <a:pt x="14" y="0"/>
                  </a:cubicBezTo>
                  <a:cubicBezTo>
                    <a:pt x="139" y="0"/>
                    <a:pt x="139" y="0"/>
                    <a:pt x="139" y="0"/>
                  </a:cubicBezTo>
                  <a:lnTo>
                    <a:pt x="154" y="14"/>
                  </a:ln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2" name="Google Shape;492;p34">
              <a:extLst>
                <a:ext uri="{FF2B5EF4-FFF2-40B4-BE49-F238E27FC236}">
                  <a16:creationId xmlns:a16="http://schemas.microsoft.com/office/drawing/2014/main" id="{29170098-9941-283F-D702-F8849BC8D978}"/>
                </a:ext>
              </a:extLst>
            </p:cNvPr>
            <p:cNvSpPr/>
            <p:nvPr/>
          </p:nvSpPr>
          <p:spPr>
            <a:xfrm>
              <a:off x="2475483" y="3234763"/>
              <a:ext cx="101121" cy="30862"/>
            </a:xfrm>
            <a:custGeom>
              <a:avLst/>
              <a:gdLst/>
              <a:ahLst/>
              <a:cxnLst/>
              <a:rect l="l" t="t" r="r" b="b"/>
              <a:pathLst>
                <a:path w="154" h="47" extrusionOk="0">
                  <a:moveTo>
                    <a:pt x="154" y="31"/>
                  </a:moveTo>
                  <a:lnTo>
                    <a:pt x="154" y="31"/>
                  </a:lnTo>
                  <a:cubicBezTo>
                    <a:pt x="154" y="47"/>
                    <a:pt x="139" y="47"/>
                    <a:pt x="139" y="47"/>
                  </a:cubicBezTo>
                  <a:cubicBezTo>
                    <a:pt x="14" y="47"/>
                    <a:pt x="14" y="47"/>
                    <a:pt x="14" y="47"/>
                  </a:cubicBezTo>
                  <a:cubicBezTo>
                    <a:pt x="0" y="47"/>
                    <a:pt x="0" y="47"/>
                    <a:pt x="0" y="31"/>
                  </a:cubicBezTo>
                  <a:lnTo>
                    <a:pt x="0" y="31"/>
                  </a:lnTo>
                  <a:cubicBezTo>
                    <a:pt x="0" y="16"/>
                    <a:pt x="0" y="0"/>
                    <a:pt x="14" y="0"/>
                  </a:cubicBezTo>
                  <a:cubicBezTo>
                    <a:pt x="139" y="0"/>
                    <a:pt x="139" y="0"/>
                    <a:pt x="139" y="0"/>
                  </a:cubicBezTo>
                  <a:cubicBezTo>
                    <a:pt x="139" y="0"/>
                    <a:pt x="154" y="16"/>
                    <a:pt x="154" y="3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3" name="Google Shape;493;p34">
              <a:extLst>
                <a:ext uri="{FF2B5EF4-FFF2-40B4-BE49-F238E27FC236}">
                  <a16:creationId xmlns:a16="http://schemas.microsoft.com/office/drawing/2014/main" id="{C472FB80-4DE9-BD0F-B247-1EE5497DEDDE}"/>
                </a:ext>
              </a:extLst>
            </p:cNvPr>
            <p:cNvSpPr/>
            <p:nvPr/>
          </p:nvSpPr>
          <p:spPr>
            <a:xfrm>
              <a:off x="2475483" y="3144147"/>
              <a:ext cx="101121" cy="30205"/>
            </a:xfrm>
            <a:custGeom>
              <a:avLst/>
              <a:gdLst/>
              <a:ahLst/>
              <a:cxnLst/>
              <a:rect l="l" t="t" r="r" b="b"/>
              <a:pathLst>
                <a:path w="154" h="46" extrusionOk="0">
                  <a:moveTo>
                    <a:pt x="154" y="15"/>
                  </a:moveTo>
                  <a:lnTo>
                    <a:pt x="154" y="15"/>
                  </a:lnTo>
                  <a:cubicBezTo>
                    <a:pt x="154" y="30"/>
                    <a:pt x="139" y="46"/>
                    <a:pt x="139" y="46"/>
                  </a:cubicBezTo>
                  <a:cubicBezTo>
                    <a:pt x="14" y="46"/>
                    <a:pt x="14" y="46"/>
                    <a:pt x="14" y="46"/>
                  </a:cubicBezTo>
                  <a:cubicBezTo>
                    <a:pt x="0" y="46"/>
                    <a:pt x="0" y="30"/>
                    <a:pt x="0" y="15"/>
                  </a:cubicBezTo>
                  <a:lnTo>
                    <a:pt x="0" y="15"/>
                  </a:lnTo>
                  <a:cubicBezTo>
                    <a:pt x="0" y="0"/>
                    <a:pt x="0" y="0"/>
                    <a:pt x="14" y="0"/>
                  </a:cubicBezTo>
                  <a:cubicBezTo>
                    <a:pt x="139" y="0"/>
                    <a:pt x="139" y="0"/>
                    <a:pt x="139" y="0"/>
                  </a:cubicBezTo>
                  <a:cubicBezTo>
                    <a:pt x="139" y="0"/>
                    <a:pt x="154" y="0"/>
                    <a:pt x="154" y="15"/>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4" name="Google Shape;494;p34">
              <a:extLst>
                <a:ext uri="{FF2B5EF4-FFF2-40B4-BE49-F238E27FC236}">
                  <a16:creationId xmlns:a16="http://schemas.microsoft.com/office/drawing/2014/main" id="{4590DE98-39E9-71ED-B51E-FD97126CEDDA}"/>
                </a:ext>
              </a:extLst>
            </p:cNvPr>
            <p:cNvSpPr/>
            <p:nvPr/>
          </p:nvSpPr>
          <p:spPr>
            <a:xfrm>
              <a:off x="2475483" y="3041711"/>
              <a:ext cx="101121" cy="31519"/>
            </a:xfrm>
            <a:custGeom>
              <a:avLst/>
              <a:gdLst/>
              <a:ahLst/>
              <a:cxnLst/>
              <a:rect l="l" t="t" r="r" b="b"/>
              <a:pathLst>
                <a:path w="154" h="48" extrusionOk="0">
                  <a:moveTo>
                    <a:pt x="154" y="17"/>
                  </a:moveTo>
                  <a:lnTo>
                    <a:pt x="154" y="17"/>
                  </a:lnTo>
                  <a:cubicBezTo>
                    <a:pt x="154" y="31"/>
                    <a:pt x="139" y="48"/>
                    <a:pt x="139" y="48"/>
                  </a:cubicBezTo>
                  <a:cubicBezTo>
                    <a:pt x="14" y="48"/>
                    <a:pt x="14" y="48"/>
                    <a:pt x="14" y="48"/>
                  </a:cubicBezTo>
                  <a:cubicBezTo>
                    <a:pt x="0" y="48"/>
                    <a:pt x="0" y="31"/>
                    <a:pt x="0" y="17"/>
                  </a:cubicBezTo>
                  <a:lnTo>
                    <a:pt x="0" y="17"/>
                  </a:lnTo>
                  <a:cubicBezTo>
                    <a:pt x="0" y="17"/>
                    <a:pt x="0" y="0"/>
                    <a:pt x="14" y="0"/>
                  </a:cubicBezTo>
                  <a:cubicBezTo>
                    <a:pt x="139" y="0"/>
                    <a:pt x="139" y="0"/>
                    <a:pt x="139" y="0"/>
                  </a:cubicBezTo>
                  <a:lnTo>
                    <a:pt x="154" y="17"/>
                  </a:ln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5" name="Google Shape;495;p34">
              <a:extLst>
                <a:ext uri="{FF2B5EF4-FFF2-40B4-BE49-F238E27FC236}">
                  <a16:creationId xmlns:a16="http://schemas.microsoft.com/office/drawing/2014/main" id="{D8035BD3-A5A0-CE77-A7E4-5CD39B3A4471}"/>
                </a:ext>
              </a:extLst>
            </p:cNvPr>
            <p:cNvSpPr/>
            <p:nvPr/>
          </p:nvSpPr>
          <p:spPr>
            <a:xfrm>
              <a:off x="2475483" y="2941245"/>
              <a:ext cx="101121" cy="30862"/>
            </a:xfrm>
            <a:custGeom>
              <a:avLst/>
              <a:gdLst/>
              <a:ahLst/>
              <a:cxnLst/>
              <a:rect l="l" t="t" r="r" b="b"/>
              <a:pathLst>
                <a:path w="154" h="47" extrusionOk="0">
                  <a:moveTo>
                    <a:pt x="154" y="31"/>
                  </a:moveTo>
                  <a:lnTo>
                    <a:pt x="154" y="31"/>
                  </a:lnTo>
                  <a:cubicBezTo>
                    <a:pt x="154" y="47"/>
                    <a:pt x="139" y="47"/>
                    <a:pt x="139" y="47"/>
                  </a:cubicBezTo>
                  <a:cubicBezTo>
                    <a:pt x="14" y="47"/>
                    <a:pt x="14" y="47"/>
                    <a:pt x="14" y="47"/>
                  </a:cubicBezTo>
                  <a:cubicBezTo>
                    <a:pt x="0" y="47"/>
                    <a:pt x="0" y="47"/>
                    <a:pt x="0" y="31"/>
                  </a:cubicBezTo>
                  <a:lnTo>
                    <a:pt x="0" y="31"/>
                  </a:lnTo>
                  <a:cubicBezTo>
                    <a:pt x="0" y="16"/>
                    <a:pt x="0" y="0"/>
                    <a:pt x="14" y="0"/>
                  </a:cubicBezTo>
                  <a:cubicBezTo>
                    <a:pt x="139" y="0"/>
                    <a:pt x="139" y="0"/>
                    <a:pt x="139" y="0"/>
                  </a:cubicBezTo>
                  <a:cubicBezTo>
                    <a:pt x="139" y="0"/>
                    <a:pt x="154" y="16"/>
                    <a:pt x="154" y="3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6" name="Google Shape;496;p34">
              <a:extLst>
                <a:ext uri="{FF2B5EF4-FFF2-40B4-BE49-F238E27FC236}">
                  <a16:creationId xmlns:a16="http://schemas.microsoft.com/office/drawing/2014/main" id="{95ABFA34-94DB-717D-A451-4D980FD1236F}"/>
                </a:ext>
              </a:extLst>
            </p:cNvPr>
            <p:cNvSpPr/>
            <p:nvPr/>
          </p:nvSpPr>
          <p:spPr>
            <a:xfrm>
              <a:off x="2475483" y="2850629"/>
              <a:ext cx="101121" cy="30205"/>
            </a:xfrm>
            <a:custGeom>
              <a:avLst/>
              <a:gdLst/>
              <a:ahLst/>
              <a:cxnLst/>
              <a:rect l="l" t="t" r="r" b="b"/>
              <a:pathLst>
                <a:path w="154" h="46" extrusionOk="0">
                  <a:moveTo>
                    <a:pt x="154" y="15"/>
                  </a:moveTo>
                  <a:lnTo>
                    <a:pt x="154" y="15"/>
                  </a:lnTo>
                  <a:cubicBezTo>
                    <a:pt x="154" y="30"/>
                    <a:pt x="139" y="46"/>
                    <a:pt x="139" y="46"/>
                  </a:cubicBezTo>
                  <a:cubicBezTo>
                    <a:pt x="14" y="46"/>
                    <a:pt x="14" y="46"/>
                    <a:pt x="14" y="46"/>
                  </a:cubicBezTo>
                  <a:cubicBezTo>
                    <a:pt x="0" y="46"/>
                    <a:pt x="0" y="30"/>
                    <a:pt x="0" y="15"/>
                  </a:cubicBezTo>
                  <a:lnTo>
                    <a:pt x="0" y="15"/>
                  </a:lnTo>
                  <a:cubicBezTo>
                    <a:pt x="0" y="0"/>
                    <a:pt x="0" y="0"/>
                    <a:pt x="14" y="0"/>
                  </a:cubicBezTo>
                  <a:cubicBezTo>
                    <a:pt x="139" y="0"/>
                    <a:pt x="139" y="0"/>
                    <a:pt x="139" y="0"/>
                  </a:cubicBezTo>
                  <a:cubicBezTo>
                    <a:pt x="139" y="0"/>
                    <a:pt x="154" y="0"/>
                    <a:pt x="154" y="15"/>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7" name="Google Shape;497;p34">
              <a:extLst>
                <a:ext uri="{FF2B5EF4-FFF2-40B4-BE49-F238E27FC236}">
                  <a16:creationId xmlns:a16="http://schemas.microsoft.com/office/drawing/2014/main" id="{7E506F47-5F8B-6C1A-EED6-2FE5BEAC6297}"/>
                </a:ext>
              </a:extLst>
            </p:cNvPr>
            <p:cNvSpPr/>
            <p:nvPr/>
          </p:nvSpPr>
          <p:spPr>
            <a:xfrm>
              <a:off x="2475483" y="2748193"/>
              <a:ext cx="101121" cy="31519"/>
            </a:xfrm>
            <a:custGeom>
              <a:avLst/>
              <a:gdLst/>
              <a:ahLst/>
              <a:cxnLst/>
              <a:rect l="l" t="t" r="r" b="b"/>
              <a:pathLst>
                <a:path w="154" h="48" extrusionOk="0">
                  <a:moveTo>
                    <a:pt x="154" y="32"/>
                  </a:moveTo>
                  <a:lnTo>
                    <a:pt x="154" y="32"/>
                  </a:lnTo>
                  <a:lnTo>
                    <a:pt x="139" y="48"/>
                  </a:lnTo>
                  <a:cubicBezTo>
                    <a:pt x="14" y="48"/>
                    <a:pt x="14" y="48"/>
                    <a:pt x="14" y="48"/>
                  </a:cubicBezTo>
                  <a:cubicBezTo>
                    <a:pt x="0" y="48"/>
                    <a:pt x="0" y="32"/>
                    <a:pt x="0" y="32"/>
                  </a:cubicBezTo>
                  <a:lnTo>
                    <a:pt x="0" y="32"/>
                  </a:lnTo>
                  <a:cubicBezTo>
                    <a:pt x="0" y="17"/>
                    <a:pt x="0" y="0"/>
                    <a:pt x="14" y="0"/>
                  </a:cubicBezTo>
                  <a:cubicBezTo>
                    <a:pt x="139" y="0"/>
                    <a:pt x="139" y="0"/>
                    <a:pt x="139" y="0"/>
                  </a:cubicBezTo>
                  <a:cubicBezTo>
                    <a:pt x="139" y="0"/>
                    <a:pt x="154" y="17"/>
                    <a:pt x="154" y="32"/>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8" name="Google Shape;498;p34">
              <a:extLst>
                <a:ext uri="{FF2B5EF4-FFF2-40B4-BE49-F238E27FC236}">
                  <a16:creationId xmlns:a16="http://schemas.microsoft.com/office/drawing/2014/main" id="{A9AE8AC6-5151-7EA9-1CC4-5E85E6ACA65C}"/>
                </a:ext>
              </a:extLst>
            </p:cNvPr>
            <p:cNvSpPr/>
            <p:nvPr/>
          </p:nvSpPr>
          <p:spPr>
            <a:xfrm>
              <a:off x="2434115" y="3863824"/>
              <a:ext cx="183200" cy="183203"/>
            </a:xfrm>
            <a:custGeom>
              <a:avLst/>
              <a:gdLst/>
              <a:ahLst/>
              <a:cxnLst/>
              <a:rect l="l" t="t" r="r" b="b"/>
              <a:pathLst>
                <a:path w="279" h="279" extrusionOk="0">
                  <a:moveTo>
                    <a:pt x="279" y="139"/>
                  </a:moveTo>
                  <a:lnTo>
                    <a:pt x="279" y="139"/>
                  </a:lnTo>
                  <a:cubicBezTo>
                    <a:pt x="279" y="216"/>
                    <a:pt x="217" y="279"/>
                    <a:pt x="140" y="279"/>
                  </a:cubicBezTo>
                  <a:cubicBezTo>
                    <a:pt x="63" y="279"/>
                    <a:pt x="0" y="216"/>
                    <a:pt x="0" y="139"/>
                  </a:cubicBezTo>
                  <a:cubicBezTo>
                    <a:pt x="0" y="62"/>
                    <a:pt x="63" y="0"/>
                    <a:pt x="140" y="0"/>
                  </a:cubicBezTo>
                  <a:cubicBezTo>
                    <a:pt x="217" y="0"/>
                    <a:pt x="279" y="62"/>
                    <a:pt x="279" y="139"/>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9" name="Google Shape;499;p34">
              <a:extLst>
                <a:ext uri="{FF2B5EF4-FFF2-40B4-BE49-F238E27FC236}">
                  <a16:creationId xmlns:a16="http://schemas.microsoft.com/office/drawing/2014/main" id="{98C05DB9-19F7-453C-1E80-B94DE0A3CA38}"/>
                </a:ext>
              </a:extLst>
            </p:cNvPr>
            <p:cNvSpPr/>
            <p:nvPr/>
          </p:nvSpPr>
          <p:spPr>
            <a:xfrm>
              <a:off x="1156311" y="1582000"/>
              <a:ext cx="344731" cy="1014509"/>
            </a:xfrm>
            <a:custGeom>
              <a:avLst/>
              <a:gdLst/>
              <a:ahLst/>
              <a:cxnLst/>
              <a:rect l="l" t="t" r="r" b="b"/>
              <a:pathLst>
                <a:path w="525" h="1545" extrusionOk="0">
                  <a:moveTo>
                    <a:pt x="525" y="0"/>
                  </a:moveTo>
                  <a:lnTo>
                    <a:pt x="525" y="0"/>
                  </a:lnTo>
                  <a:cubicBezTo>
                    <a:pt x="525" y="1545"/>
                    <a:pt x="525" y="1545"/>
                    <a:pt x="525" y="1545"/>
                  </a:cubicBezTo>
                  <a:cubicBezTo>
                    <a:pt x="340" y="1360"/>
                    <a:pt x="-16" y="1220"/>
                    <a:pt x="0" y="741"/>
                  </a:cubicBezTo>
                  <a:cubicBezTo>
                    <a:pt x="32" y="341"/>
                    <a:pt x="232" y="16"/>
                    <a:pt x="525" y="0"/>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0" name="Google Shape;500;p34">
              <a:extLst>
                <a:ext uri="{FF2B5EF4-FFF2-40B4-BE49-F238E27FC236}">
                  <a16:creationId xmlns:a16="http://schemas.microsoft.com/office/drawing/2014/main" id="{6F3DDC94-04DE-77D8-90CE-557A333FB5FD}"/>
                </a:ext>
              </a:extLst>
            </p:cNvPr>
            <p:cNvSpPr/>
            <p:nvPr/>
          </p:nvSpPr>
          <p:spPr>
            <a:xfrm>
              <a:off x="1277788" y="2192675"/>
              <a:ext cx="701937" cy="849036"/>
            </a:xfrm>
            <a:custGeom>
              <a:avLst/>
              <a:gdLst/>
              <a:ahLst/>
              <a:cxnLst/>
              <a:rect l="l" t="t" r="r" b="b"/>
              <a:pathLst>
                <a:path w="1069" h="1293" extrusionOk="0">
                  <a:moveTo>
                    <a:pt x="93" y="415"/>
                  </a:moveTo>
                  <a:lnTo>
                    <a:pt x="93" y="415"/>
                  </a:lnTo>
                  <a:cubicBezTo>
                    <a:pt x="109" y="415"/>
                    <a:pt x="480" y="677"/>
                    <a:pt x="665" y="1063"/>
                  </a:cubicBezTo>
                  <a:cubicBezTo>
                    <a:pt x="680" y="1094"/>
                    <a:pt x="696" y="1125"/>
                    <a:pt x="711" y="1156"/>
                  </a:cubicBezTo>
                  <a:cubicBezTo>
                    <a:pt x="711" y="1156"/>
                    <a:pt x="696" y="1156"/>
                    <a:pt x="711" y="1156"/>
                  </a:cubicBezTo>
                  <a:cubicBezTo>
                    <a:pt x="726" y="1201"/>
                    <a:pt x="742" y="1232"/>
                    <a:pt x="774" y="1264"/>
                  </a:cubicBezTo>
                  <a:cubicBezTo>
                    <a:pt x="803" y="1278"/>
                    <a:pt x="834" y="1293"/>
                    <a:pt x="882" y="1293"/>
                  </a:cubicBezTo>
                  <a:cubicBezTo>
                    <a:pt x="897" y="1293"/>
                    <a:pt x="928" y="1293"/>
                    <a:pt x="943" y="1278"/>
                  </a:cubicBezTo>
                  <a:cubicBezTo>
                    <a:pt x="1051" y="1232"/>
                    <a:pt x="1097" y="1109"/>
                    <a:pt x="1051" y="986"/>
                  </a:cubicBezTo>
                  <a:cubicBezTo>
                    <a:pt x="1051" y="986"/>
                    <a:pt x="1051" y="971"/>
                    <a:pt x="1036" y="955"/>
                  </a:cubicBezTo>
                  <a:cubicBezTo>
                    <a:pt x="1036" y="940"/>
                    <a:pt x="1020" y="924"/>
                    <a:pt x="1020" y="909"/>
                  </a:cubicBezTo>
                  <a:cubicBezTo>
                    <a:pt x="989" y="846"/>
                    <a:pt x="974" y="786"/>
                    <a:pt x="943" y="738"/>
                  </a:cubicBezTo>
                  <a:cubicBezTo>
                    <a:pt x="696" y="307"/>
                    <a:pt x="294" y="44"/>
                    <a:pt x="278" y="28"/>
                  </a:cubicBezTo>
                  <a:cubicBezTo>
                    <a:pt x="186" y="-33"/>
                    <a:pt x="78" y="13"/>
                    <a:pt x="32" y="105"/>
                  </a:cubicBezTo>
                  <a:cubicBezTo>
                    <a:pt x="-30" y="213"/>
                    <a:pt x="1" y="353"/>
                    <a:pt x="93" y="415"/>
                  </a:cubicBezTo>
                  <a:close/>
                </a:path>
              </a:pathLst>
            </a:custGeom>
            <a:solidFill>
              <a:srgbClr val="BCCAD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1" name="Google Shape;501;p34">
              <a:extLst>
                <a:ext uri="{FF2B5EF4-FFF2-40B4-BE49-F238E27FC236}">
                  <a16:creationId xmlns:a16="http://schemas.microsoft.com/office/drawing/2014/main" id="{30492CD1-33E8-1A6E-5BD8-160866665994}"/>
                </a:ext>
              </a:extLst>
            </p:cNvPr>
            <p:cNvSpPr/>
            <p:nvPr/>
          </p:nvSpPr>
          <p:spPr>
            <a:xfrm>
              <a:off x="1277788" y="2192675"/>
              <a:ext cx="701937" cy="849036"/>
            </a:xfrm>
            <a:custGeom>
              <a:avLst/>
              <a:gdLst/>
              <a:ahLst/>
              <a:cxnLst/>
              <a:rect l="l" t="t" r="r" b="b"/>
              <a:pathLst>
                <a:path w="1069" h="1293" extrusionOk="0">
                  <a:moveTo>
                    <a:pt x="93" y="415"/>
                  </a:moveTo>
                  <a:lnTo>
                    <a:pt x="93" y="415"/>
                  </a:lnTo>
                  <a:cubicBezTo>
                    <a:pt x="109" y="415"/>
                    <a:pt x="480" y="677"/>
                    <a:pt x="665" y="1063"/>
                  </a:cubicBezTo>
                  <a:cubicBezTo>
                    <a:pt x="680" y="1094"/>
                    <a:pt x="696" y="1125"/>
                    <a:pt x="711" y="1156"/>
                  </a:cubicBezTo>
                  <a:cubicBezTo>
                    <a:pt x="711" y="1156"/>
                    <a:pt x="696" y="1156"/>
                    <a:pt x="711" y="1156"/>
                  </a:cubicBezTo>
                  <a:cubicBezTo>
                    <a:pt x="726" y="1201"/>
                    <a:pt x="742" y="1232"/>
                    <a:pt x="774" y="1264"/>
                  </a:cubicBezTo>
                  <a:cubicBezTo>
                    <a:pt x="803" y="1278"/>
                    <a:pt x="834" y="1293"/>
                    <a:pt x="882" y="1293"/>
                  </a:cubicBezTo>
                  <a:cubicBezTo>
                    <a:pt x="897" y="1293"/>
                    <a:pt x="928" y="1293"/>
                    <a:pt x="943" y="1278"/>
                  </a:cubicBezTo>
                  <a:cubicBezTo>
                    <a:pt x="1051" y="1232"/>
                    <a:pt x="1097" y="1109"/>
                    <a:pt x="1051" y="986"/>
                  </a:cubicBezTo>
                  <a:cubicBezTo>
                    <a:pt x="1051" y="986"/>
                    <a:pt x="1051" y="971"/>
                    <a:pt x="1036" y="955"/>
                  </a:cubicBezTo>
                  <a:cubicBezTo>
                    <a:pt x="1036" y="940"/>
                    <a:pt x="1020" y="924"/>
                    <a:pt x="1020" y="909"/>
                  </a:cubicBezTo>
                  <a:cubicBezTo>
                    <a:pt x="989" y="846"/>
                    <a:pt x="974" y="786"/>
                    <a:pt x="943" y="738"/>
                  </a:cubicBezTo>
                  <a:cubicBezTo>
                    <a:pt x="696" y="307"/>
                    <a:pt x="294" y="44"/>
                    <a:pt x="278" y="28"/>
                  </a:cubicBezTo>
                  <a:cubicBezTo>
                    <a:pt x="186" y="-33"/>
                    <a:pt x="78" y="13"/>
                    <a:pt x="32" y="105"/>
                  </a:cubicBezTo>
                  <a:cubicBezTo>
                    <a:pt x="-30" y="213"/>
                    <a:pt x="1" y="353"/>
                    <a:pt x="93" y="415"/>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2" name="Google Shape;502;p34">
              <a:extLst>
                <a:ext uri="{FF2B5EF4-FFF2-40B4-BE49-F238E27FC236}">
                  <a16:creationId xmlns:a16="http://schemas.microsoft.com/office/drawing/2014/main" id="{485ABB87-DEB5-DC5A-BDAB-1B92302D0EE7}"/>
                </a:ext>
              </a:extLst>
            </p:cNvPr>
            <p:cNvSpPr/>
            <p:nvPr/>
          </p:nvSpPr>
          <p:spPr>
            <a:xfrm>
              <a:off x="1606760" y="2786278"/>
              <a:ext cx="462268" cy="1594322"/>
            </a:xfrm>
            <a:custGeom>
              <a:avLst/>
              <a:gdLst/>
              <a:ahLst/>
              <a:cxnLst/>
              <a:rect l="l" t="t" r="r" b="b"/>
              <a:pathLst>
                <a:path w="704" h="2428" extrusionOk="0">
                  <a:moveTo>
                    <a:pt x="56" y="2336"/>
                  </a:moveTo>
                  <a:lnTo>
                    <a:pt x="56" y="2336"/>
                  </a:lnTo>
                  <a:cubicBezTo>
                    <a:pt x="87" y="2399"/>
                    <a:pt x="148" y="2428"/>
                    <a:pt x="210" y="2428"/>
                  </a:cubicBezTo>
                  <a:cubicBezTo>
                    <a:pt x="256" y="2428"/>
                    <a:pt x="319" y="2399"/>
                    <a:pt x="350" y="2368"/>
                  </a:cubicBezTo>
                  <a:cubicBezTo>
                    <a:pt x="581" y="2136"/>
                    <a:pt x="704" y="1595"/>
                    <a:pt x="704" y="977"/>
                  </a:cubicBezTo>
                  <a:cubicBezTo>
                    <a:pt x="704" y="683"/>
                    <a:pt x="673" y="389"/>
                    <a:pt x="612" y="144"/>
                  </a:cubicBezTo>
                  <a:cubicBezTo>
                    <a:pt x="596" y="98"/>
                    <a:pt x="581" y="67"/>
                    <a:pt x="550" y="36"/>
                  </a:cubicBezTo>
                  <a:cubicBezTo>
                    <a:pt x="550" y="20"/>
                    <a:pt x="535" y="20"/>
                    <a:pt x="519" y="5"/>
                  </a:cubicBezTo>
                  <a:cubicBezTo>
                    <a:pt x="473" y="-26"/>
                    <a:pt x="442" y="113"/>
                    <a:pt x="396" y="128"/>
                  </a:cubicBezTo>
                  <a:cubicBezTo>
                    <a:pt x="287" y="175"/>
                    <a:pt x="195" y="128"/>
                    <a:pt x="210" y="252"/>
                  </a:cubicBezTo>
                  <a:cubicBezTo>
                    <a:pt x="210" y="252"/>
                    <a:pt x="195" y="252"/>
                    <a:pt x="210" y="252"/>
                  </a:cubicBezTo>
                  <a:cubicBezTo>
                    <a:pt x="210" y="267"/>
                    <a:pt x="210" y="283"/>
                    <a:pt x="210" y="297"/>
                  </a:cubicBezTo>
                  <a:cubicBezTo>
                    <a:pt x="210" y="312"/>
                    <a:pt x="225" y="343"/>
                    <a:pt x="225" y="360"/>
                  </a:cubicBezTo>
                  <a:cubicBezTo>
                    <a:pt x="273" y="545"/>
                    <a:pt x="287" y="760"/>
                    <a:pt x="287" y="977"/>
                  </a:cubicBezTo>
                  <a:cubicBezTo>
                    <a:pt x="287" y="1487"/>
                    <a:pt x="179" y="1872"/>
                    <a:pt x="71" y="1980"/>
                  </a:cubicBezTo>
                  <a:cubicBezTo>
                    <a:pt x="-21" y="2074"/>
                    <a:pt x="-21" y="2228"/>
                    <a:pt x="56" y="233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3" name="Google Shape;503;p34">
              <a:extLst>
                <a:ext uri="{FF2B5EF4-FFF2-40B4-BE49-F238E27FC236}">
                  <a16:creationId xmlns:a16="http://schemas.microsoft.com/office/drawing/2014/main" id="{6C63C6E8-8009-DF43-F498-765F6CA23A6F}"/>
                </a:ext>
              </a:extLst>
            </p:cNvPr>
            <p:cNvSpPr/>
            <p:nvPr/>
          </p:nvSpPr>
          <p:spPr>
            <a:xfrm>
              <a:off x="1572615" y="1582000"/>
              <a:ext cx="346044" cy="1014509"/>
            </a:xfrm>
            <a:custGeom>
              <a:avLst/>
              <a:gdLst/>
              <a:ahLst/>
              <a:cxnLst/>
              <a:rect l="l" t="t" r="r" b="b"/>
              <a:pathLst>
                <a:path w="527" h="1545" extrusionOk="0">
                  <a:moveTo>
                    <a:pt x="0" y="0"/>
                  </a:moveTo>
                  <a:lnTo>
                    <a:pt x="0" y="0"/>
                  </a:lnTo>
                  <a:cubicBezTo>
                    <a:pt x="15" y="1545"/>
                    <a:pt x="15" y="1545"/>
                    <a:pt x="15" y="1545"/>
                  </a:cubicBezTo>
                  <a:cubicBezTo>
                    <a:pt x="185" y="1360"/>
                    <a:pt x="556" y="1220"/>
                    <a:pt x="525" y="741"/>
                  </a:cubicBezTo>
                  <a:cubicBezTo>
                    <a:pt x="510" y="341"/>
                    <a:pt x="293" y="16"/>
                    <a:pt x="0" y="0"/>
                  </a:cubicBezTo>
                  <a:close/>
                </a:path>
              </a:pathLst>
            </a:custGeom>
            <a:solidFill>
              <a:schemeClr val="accent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4" name="Google Shape;504;p34">
              <a:extLst>
                <a:ext uri="{FF2B5EF4-FFF2-40B4-BE49-F238E27FC236}">
                  <a16:creationId xmlns:a16="http://schemas.microsoft.com/office/drawing/2014/main" id="{124531B2-555A-E30C-0DE6-3300EC53E548}"/>
                </a:ext>
              </a:extLst>
            </p:cNvPr>
            <p:cNvSpPr/>
            <p:nvPr/>
          </p:nvSpPr>
          <p:spPr>
            <a:xfrm>
              <a:off x="1103781" y="2192675"/>
              <a:ext cx="696028" cy="849036"/>
            </a:xfrm>
            <a:custGeom>
              <a:avLst/>
              <a:gdLst/>
              <a:ahLst/>
              <a:cxnLst/>
              <a:rect l="l" t="t" r="r" b="b"/>
              <a:pathLst>
                <a:path w="1060" h="1293" extrusionOk="0">
                  <a:moveTo>
                    <a:pt x="961" y="415"/>
                  </a:moveTo>
                  <a:lnTo>
                    <a:pt x="961" y="415"/>
                  </a:lnTo>
                  <a:cubicBezTo>
                    <a:pt x="961" y="415"/>
                    <a:pt x="868" y="492"/>
                    <a:pt x="745" y="600"/>
                  </a:cubicBezTo>
                  <a:lnTo>
                    <a:pt x="745" y="600"/>
                  </a:lnTo>
                  <a:cubicBezTo>
                    <a:pt x="620" y="709"/>
                    <a:pt x="482" y="863"/>
                    <a:pt x="404" y="1063"/>
                  </a:cubicBezTo>
                  <a:lnTo>
                    <a:pt x="389" y="1063"/>
                  </a:lnTo>
                  <a:cubicBezTo>
                    <a:pt x="374" y="1094"/>
                    <a:pt x="374" y="1125"/>
                    <a:pt x="358" y="1156"/>
                  </a:cubicBezTo>
                  <a:lnTo>
                    <a:pt x="358" y="1156"/>
                  </a:lnTo>
                  <a:cubicBezTo>
                    <a:pt x="358" y="1171"/>
                    <a:pt x="343" y="1187"/>
                    <a:pt x="343" y="1201"/>
                  </a:cubicBezTo>
                  <a:cubicBezTo>
                    <a:pt x="327" y="1232"/>
                    <a:pt x="312" y="1247"/>
                    <a:pt x="281" y="1264"/>
                  </a:cubicBezTo>
                  <a:cubicBezTo>
                    <a:pt x="250" y="1278"/>
                    <a:pt x="220" y="1293"/>
                    <a:pt x="189" y="1293"/>
                  </a:cubicBezTo>
                  <a:cubicBezTo>
                    <a:pt x="158" y="1293"/>
                    <a:pt x="126" y="1293"/>
                    <a:pt x="112" y="1278"/>
                  </a:cubicBezTo>
                  <a:cubicBezTo>
                    <a:pt x="34" y="1247"/>
                    <a:pt x="-13" y="1140"/>
                    <a:pt x="3" y="1032"/>
                  </a:cubicBezTo>
                  <a:cubicBezTo>
                    <a:pt x="3" y="1017"/>
                    <a:pt x="3" y="1002"/>
                    <a:pt x="3" y="986"/>
                  </a:cubicBezTo>
                  <a:cubicBezTo>
                    <a:pt x="18" y="986"/>
                    <a:pt x="18" y="971"/>
                    <a:pt x="18" y="955"/>
                  </a:cubicBezTo>
                  <a:cubicBezTo>
                    <a:pt x="18" y="940"/>
                    <a:pt x="34" y="924"/>
                    <a:pt x="34" y="909"/>
                  </a:cubicBezTo>
                  <a:cubicBezTo>
                    <a:pt x="49" y="909"/>
                    <a:pt x="49" y="894"/>
                    <a:pt x="49" y="894"/>
                  </a:cubicBezTo>
                  <a:cubicBezTo>
                    <a:pt x="64" y="832"/>
                    <a:pt x="95" y="786"/>
                    <a:pt x="126" y="738"/>
                  </a:cubicBezTo>
                  <a:cubicBezTo>
                    <a:pt x="312" y="399"/>
                    <a:pt x="591" y="167"/>
                    <a:pt x="714" y="74"/>
                  </a:cubicBezTo>
                  <a:cubicBezTo>
                    <a:pt x="760" y="44"/>
                    <a:pt x="776" y="28"/>
                    <a:pt x="776" y="28"/>
                  </a:cubicBezTo>
                  <a:cubicBezTo>
                    <a:pt x="868" y="-33"/>
                    <a:pt x="991" y="13"/>
                    <a:pt x="1039" y="105"/>
                  </a:cubicBezTo>
                  <a:cubicBezTo>
                    <a:pt x="1085" y="213"/>
                    <a:pt x="1053" y="353"/>
                    <a:pt x="961" y="415"/>
                  </a:cubicBezTo>
                  <a:close/>
                </a:path>
              </a:pathLst>
            </a:custGeom>
            <a:solidFill>
              <a:srgbClr val="BCCAD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5" name="Google Shape;505;p34">
              <a:extLst>
                <a:ext uri="{FF2B5EF4-FFF2-40B4-BE49-F238E27FC236}">
                  <a16:creationId xmlns:a16="http://schemas.microsoft.com/office/drawing/2014/main" id="{2E543A59-19E9-EC67-1557-5892E8419941}"/>
                </a:ext>
              </a:extLst>
            </p:cNvPr>
            <p:cNvSpPr/>
            <p:nvPr/>
          </p:nvSpPr>
          <p:spPr>
            <a:xfrm>
              <a:off x="1103781" y="2192675"/>
              <a:ext cx="696028" cy="849036"/>
            </a:xfrm>
            <a:custGeom>
              <a:avLst/>
              <a:gdLst/>
              <a:ahLst/>
              <a:cxnLst/>
              <a:rect l="l" t="t" r="r" b="b"/>
              <a:pathLst>
                <a:path w="1060" h="1293" extrusionOk="0">
                  <a:moveTo>
                    <a:pt x="961" y="415"/>
                  </a:moveTo>
                  <a:lnTo>
                    <a:pt x="961" y="415"/>
                  </a:lnTo>
                  <a:cubicBezTo>
                    <a:pt x="961" y="415"/>
                    <a:pt x="868" y="492"/>
                    <a:pt x="745" y="600"/>
                  </a:cubicBezTo>
                  <a:lnTo>
                    <a:pt x="745" y="600"/>
                  </a:lnTo>
                  <a:cubicBezTo>
                    <a:pt x="620" y="709"/>
                    <a:pt x="482" y="863"/>
                    <a:pt x="404" y="1063"/>
                  </a:cubicBezTo>
                  <a:lnTo>
                    <a:pt x="389" y="1063"/>
                  </a:lnTo>
                  <a:cubicBezTo>
                    <a:pt x="374" y="1094"/>
                    <a:pt x="374" y="1125"/>
                    <a:pt x="358" y="1156"/>
                  </a:cubicBezTo>
                  <a:lnTo>
                    <a:pt x="358" y="1156"/>
                  </a:lnTo>
                  <a:cubicBezTo>
                    <a:pt x="358" y="1171"/>
                    <a:pt x="343" y="1187"/>
                    <a:pt x="343" y="1201"/>
                  </a:cubicBezTo>
                  <a:cubicBezTo>
                    <a:pt x="327" y="1232"/>
                    <a:pt x="312" y="1247"/>
                    <a:pt x="281" y="1264"/>
                  </a:cubicBezTo>
                  <a:cubicBezTo>
                    <a:pt x="250" y="1278"/>
                    <a:pt x="220" y="1293"/>
                    <a:pt x="189" y="1293"/>
                  </a:cubicBezTo>
                  <a:cubicBezTo>
                    <a:pt x="158" y="1293"/>
                    <a:pt x="126" y="1293"/>
                    <a:pt x="112" y="1278"/>
                  </a:cubicBezTo>
                  <a:cubicBezTo>
                    <a:pt x="34" y="1247"/>
                    <a:pt x="-13" y="1140"/>
                    <a:pt x="3" y="1032"/>
                  </a:cubicBezTo>
                  <a:cubicBezTo>
                    <a:pt x="3" y="1017"/>
                    <a:pt x="3" y="1002"/>
                    <a:pt x="3" y="986"/>
                  </a:cubicBezTo>
                  <a:cubicBezTo>
                    <a:pt x="18" y="986"/>
                    <a:pt x="18" y="971"/>
                    <a:pt x="18" y="955"/>
                  </a:cubicBezTo>
                  <a:cubicBezTo>
                    <a:pt x="18" y="940"/>
                    <a:pt x="34" y="924"/>
                    <a:pt x="34" y="909"/>
                  </a:cubicBezTo>
                  <a:cubicBezTo>
                    <a:pt x="49" y="909"/>
                    <a:pt x="49" y="894"/>
                    <a:pt x="49" y="894"/>
                  </a:cubicBezTo>
                  <a:cubicBezTo>
                    <a:pt x="64" y="832"/>
                    <a:pt x="95" y="786"/>
                    <a:pt x="126" y="738"/>
                  </a:cubicBezTo>
                  <a:cubicBezTo>
                    <a:pt x="312" y="399"/>
                    <a:pt x="591" y="167"/>
                    <a:pt x="714" y="74"/>
                  </a:cubicBezTo>
                  <a:cubicBezTo>
                    <a:pt x="760" y="44"/>
                    <a:pt x="776" y="28"/>
                    <a:pt x="776" y="28"/>
                  </a:cubicBezTo>
                  <a:cubicBezTo>
                    <a:pt x="868" y="-33"/>
                    <a:pt x="991" y="13"/>
                    <a:pt x="1039" y="105"/>
                  </a:cubicBezTo>
                  <a:cubicBezTo>
                    <a:pt x="1085" y="213"/>
                    <a:pt x="1053" y="353"/>
                    <a:pt x="961" y="415"/>
                  </a:cubicBezTo>
                  <a:close/>
                </a:path>
              </a:pathLst>
            </a:custGeom>
            <a:solidFill>
              <a:schemeClr val="accent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6" name="Google Shape;506;p34">
              <a:extLst>
                <a:ext uri="{FF2B5EF4-FFF2-40B4-BE49-F238E27FC236}">
                  <a16:creationId xmlns:a16="http://schemas.microsoft.com/office/drawing/2014/main" id="{DEB404DF-632A-3630-ABF0-38811AE9CEDC}"/>
                </a:ext>
              </a:extLst>
            </p:cNvPr>
            <p:cNvSpPr/>
            <p:nvPr/>
          </p:nvSpPr>
          <p:spPr>
            <a:xfrm>
              <a:off x="1004629" y="2784965"/>
              <a:ext cx="468177" cy="1595635"/>
            </a:xfrm>
            <a:custGeom>
              <a:avLst/>
              <a:gdLst/>
              <a:ahLst/>
              <a:cxnLst/>
              <a:rect l="l" t="t" r="r" b="b"/>
              <a:pathLst>
                <a:path w="713" h="2430" extrusionOk="0">
                  <a:moveTo>
                    <a:pt x="663" y="2338"/>
                  </a:moveTo>
                  <a:lnTo>
                    <a:pt x="663" y="2338"/>
                  </a:lnTo>
                  <a:cubicBezTo>
                    <a:pt x="617" y="2401"/>
                    <a:pt x="555" y="2430"/>
                    <a:pt x="494" y="2430"/>
                  </a:cubicBezTo>
                  <a:cubicBezTo>
                    <a:pt x="448" y="2430"/>
                    <a:pt x="401" y="2401"/>
                    <a:pt x="355" y="2370"/>
                  </a:cubicBezTo>
                  <a:cubicBezTo>
                    <a:pt x="138" y="2138"/>
                    <a:pt x="0" y="1597"/>
                    <a:pt x="0" y="979"/>
                  </a:cubicBezTo>
                  <a:cubicBezTo>
                    <a:pt x="0" y="685"/>
                    <a:pt x="30" y="391"/>
                    <a:pt x="92" y="146"/>
                  </a:cubicBezTo>
                  <a:cubicBezTo>
                    <a:pt x="92" y="130"/>
                    <a:pt x="107" y="130"/>
                    <a:pt x="107" y="115"/>
                  </a:cubicBezTo>
                  <a:cubicBezTo>
                    <a:pt x="123" y="84"/>
                    <a:pt x="138" y="53"/>
                    <a:pt x="154" y="38"/>
                  </a:cubicBezTo>
                  <a:cubicBezTo>
                    <a:pt x="169" y="22"/>
                    <a:pt x="185" y="22"/>
                    <a:pt x="185" y="7"/>
                  </a:cubicBezTo>
                  <a:cubicBezTo>
                    <a:pt x="246" y="-24"/>
                    <a:pt x="277" y="69"/>
                    <a:pt x="323" y="100"/>
                  </a:cubicBezTo>
                  <a:cubicBezTo>
                    <a:pt x="432" y="130"/>
                    <a:pt x="525" y="130"/>
                    <a:pt x="509" y="254"/>
                  </a:cubicBezTo>
                  <a:lnTo>
                    <a:pt x="509" y="254"/>
                  </a:lnTo>
                  <a:cubicBezTo>
                    <a:pt x="509" y="269"/>
                    <a:pt x="509" y="285"/>
                    <a:pt x="494" y="299"/>
                  </a:cubicBezTo>
                  <a:lnTo>
                    <a:pt x="494" y="299"/>
                  </a:lnTo>
                  <a:cubicBezTo>
                    <a:pt x="494" y="330"/>
                    <a:pt x="494" y="345"/>
                    <a:pt x="478" y="362"/>
                  </a:cubicBezTo>
                  <a:cubicBezTo>
                    <a:pt x="448" y="547"/>
                    <a:pt x="417" y="762"/>
                    <a:pt x="417" y="979"/>
                  </a:cubicBezTo>
                  <a:cubicBezTo>
                    <a:pt x="417" y="1489"/>
                    <a:pt x="540" y="1874"/>
                    <a:pt x="633" y="1982"/>
                  </a:cubicBezTo>
                  <a:cubicBezTo>
                    <a:pt x="725" y="2076"/>
                    <a:pt x="742" y="2230"/>
                    <a:pt x="663" y="2338"/>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7" name="Google Shape;507;p34">
              <a:extLst>
                <a:ext uri="{FF2B5EF4-FFF2-40B4-BE49-F238E27FC236}">
                  <a16:creationId xmlns:a16="http://schemas.microsoft.com/office/drawing/2014/main" id="{63A1FF29-8508-D4AD-2A61-A9FA768C7F49}"/>
                </a:ext>
              </a:extLst>
            </p:cNvPr>
            <p:cNvSpPr/>
            <p:nvPr/>
          </p:nvSpPr>
          <p:spPr>
            <a:xfrm>
              <a:off x="1010539" y="2739000"/>
              <a:ext cx="348671" cy="242300"/>
            </a:xfrm>
            <a:custGeom>
              <a:avLst/>
              <a:gdLst/>
              <a:ahLst/>
              <a:cxnLst/>
              <a:rect l="l" t="t" r="r" b="b"/>
              <a:pathLst>
                <a:path w="531" h="369" extrusionOk="0">
                  <a:moveTo>
                    <a:pt x="531" y="231"/>
                  </a:moveTo>
                  <a:lnTo>
                    <a:pt x="531" y="231"/>
                  </a:lnTo>
                  <a:cubicBezTo>
                    <a:pt x="516" y="262"/>
                    <a:pt x="516" y="293"/>
                    <a:pt x="500" y="324"/>
                  </a:cubicBezTo>
                  <a:lnTo>
                    <a:pt x="500" y="324"/>
                  </a:lnTo>
                  <a:cubicBezTo>
                    <a:pt x="500" y="339"/>
                    <a:pt x="500" y="355"/>
                    <a:pt x="485" y="369"/>
                  </a:cubicBezTo>
                  <a:lnTo>
                    <a:pt x="485" y="369"/>
                  </a:lnTo>
                  <a:lnTo>
                    <a:pt x="485" y="369"/>
                  </a:lnTo>
                  <a:cubicBezTo>
                    <a:pt x="145" y="200"/>
                    <a:pt x="145" y="200"/>
                    <a:pt x="145" y="200"/>
                  </a:cubicBezTo>
                  <a:cubicBezTo>
                    <a:pt x="98" y="185"/>
                    <a:pt x="98" y="185"/>
                    <a:pt x="98" y="185"/>
                  </a:cubicBezTo>
                  <a:cubicBezTo>
                    <a:pt x="37" y="154"/>
                    <a:pt x="37" y="154"/>
                    <a:pt x="37" y="154"/>
                  </a:cubicBezTo>
                  <a:cubicBezTo>
                    <a:pt x="6" y="139"/>
                    <a:pt x="-9" y="92"/>
                    <a:pt x="6" y="46"/>
                  </a:cubicBezTo>
                  <a:cubicBezTo>
                    <a:pt x="6" y="14"/>
                    <a:pt x="37" y="0"/>
                    <a:pt x="68" y="0"/>
                  </a:cubicBezTo>
                  <a:cubicBezTo>
                    <a:pt x="68" y="0"/>
                    <a:pt x="83" y="0"/>
                    <a:pt x="83" y="14"/>
                  </a:cubicBezTo>
                  <a:cubicBezTo>
                    <a:pt x="191" y="62"/>
                    <a:pt x="191" y="62"/>
                    <a:pt x="191" y="62"/>
                  </a:cubicBezTo>
                  <a:lnTo>
                    <a:pt x="531" y="231"/>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8" name="Google Shape;508;p34">
              <a:extLst>
                <a:ext uri="{FF2B5EF4-FFF2-40B4-BE49-F238E27FC236}">
                  <a16:creationId xmlns:a16="http://schemas.microsoft.com/office/drawing/2014/main" id="{38C3D318-5E3A-A3A0-DCD0-5784247372AF}"/>
                </a:ext>
              </a:extLst>
            </p:cNvPr>
            <p:cNvSpPr/>
            <p:nvPr/>
          </p:nvSpPr>
          <p:spPr>
            <a:xfrm>
              <a:off x="1714447" y="2739000"/>
              <a:ext cx="358520" cy="252150"/>
            </a:xfrm>
            <a:custGeom>
              <a:avLst/>
              <a:gdLst/>
              <a:ahLst/>
              <a:cxnLst/>
              <a:rect l="l" t="t" r="r" b="b"/>
              <a:pathLst>
                <a:path w="546" h="384" extrusionOk="0">
                  <a:moveTo>
                    <a:pt x="0" y="231"/>
                  </a:moveTo>
                  <a:lnTo>
                    <a:pt x="0" y="231"/>
                  </a:lnTo>
                  <a:cubicBezTo>
                    <a:pt x="15" y="262"/>
                    <a:pt x="31" y="293"/>
                    <a:pt x="46" y="339"/>
                  </a:cubicBezTo>
                  <a:lnTo>
                    <a:pt x="46" y="339"/>
                  </a:lnTo>
                  <a:cubicBezTo>
                    <a:pt x="46" y="339"/>
                    <a:pt x="46" y="355"/>
                    <a:pt x="46" y="369"/>
                  </a:cubicBezTo>
                  <a:lnTo>
                    <a:pt x="46" y="384"/>
                  </a:lnTo>
                  <a:cubicBezTo>
                    <a:pt x="61" y="369"/>
                    <a:pt x="61" y="369"/>
                    <a:pt x="61" y="369"/>
                  </a:cubicBezTo>
                  <a:cubicBezTo>
                    <a:pt x="402" y="216"/>
                    <a:pt x="402" y="216"/>
                    <a:pt x="402" y="216"/>
                  </a:cubicBezTo>
                  <a:cubicBezTo>
                    <a:pt x="448" y="185"/>
                    <a:pt x="448" y="185"/>
                    <a:pt x="448" y="185"/>
                  </a:cubicBezTo>
                  <a:cubicBezTo>
                    <a:pt x="509" y="154"/>
                    <a:pt x="509" y="154"/>
                    <a:pt x="509" y="154"/>
                  </a:cubicBezTo>
                  <a:cubicBezTo>
                    <a:pt x="540" y="139"/>
                    <a:pt x="556" y="92"/>
                    <a:pt x="540" y="62"/>
                  </a:cubicBezTo>
                  <a:cubicBezTo>
                    <a:pt x="525" y="31"/>
                    <a:pt x="509" y="0"/>
                    <a:pt x="479" y="0"/>
                  </a:cubicBezTo>
                  <a:cubicBezTo>
                    <a:pt x="463" y="0"/>
                    <a:pt x="463" y="14"/>
                    <a:pt x="448" y="14"/>
                  </a:cubicBezTo>
                  <a:cubicBezTo>
                    <a:pt x="355" y="62"/>
                    <a:pt x="355" y="62"/>
                    <a:pt x="355" y="62"/>
                  </a:cubicBezTo>
                  <a:lnTo>
                    <a:pt x="0" y="231"/>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9" name="Google Shape;509;p34">
              <a:extLst>
                <a:ext uri="{FF2B5EF4-FFF2-40B4-BE49-F238E27FC236}">
                  <a16:creationId xmlns:a16="http://schemas.microsoft.com/office/drawing/2014/main" id="{D05A838D-60B1-7A4A-1A80-31447BC252EF}"/>
                </a:ext>
              </a:extLst>
            </p:cNvPr>
            <p:cNvSpPr/>
            <p:nvPr/>
          </p:nvSpPr>
          <p:spPr>
            <a:xfrm>
              <a:off x="1470837" y="2352895"/>
              <a:ext cx="142489" cy="172696"/>
            </a:xfrm>
            <a:custGeom>
              <a:avLst/>
              <a:gdLst/>
              <a:ahLst/>
              <a:cxnLst/>
              <a:rect l="l" t="t" r="r" b="b"/>
              <a:pathLst>
                <a:path w="217" h="263" extrusionOk="0">
                  <a:moveTo>
                    <a:pt x="217" y="123"/>
                  </a:moveTo>
                  <a:lnTo>
                    <a:pt x="217" y="123"/>
                  </a:lnTo>
                  <a:cubicBezTo>
                    <a:pt x="217" y="202"/>
                    <a:pt x="170" y="263"/>
                    <a:pt x="109" y="263"/>
                  </a:cubicBezTo>
                  <a:cubicBezTo>
                    <a:pt x="46" y="263"/>
                    <a:pt x="0" y="202"/>
                    <a:pt x="0" y="123"/>
                  </a:cubicBezTo>
                  <a:cubicBezTo>
                    <a:pt x="0" y="63"/>
                    <a:pt x="46" y="0"/>
                    <a:pt x="109" y="0"/>
                  </a:cubicBezTo>
                  <a:cubicBezTo>
                    <a:pt x="170" y="0"/>
                    <a:pt x="217" y="63"/>
                    <a:pt x="217" y="123"/>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510" name="Google Shape;510;p34">
            <a:extLst>
              <a:ext uri="{FF2B5EF4-FFF2-40B4-BE49-F238E27FC236}">
                <a16:creationId xmlns:a16="http://schemas.microsoft.com/office/drawing/2014/main" id="{9DA7FC20-108C-8148-2CBD-D93DD56EA973}"/>
              </a:ext>
            </a:extLst>
          </p:cNvPr>
          <p:cNvGrpSpPr/>
          <p:nvPr/>
        </p:nvGrpSpPr>
        <p:grpSpPr>
          <a:xfrm>
            <a:off x="57850" y="527625"/>
            <a:ext cx="856200" cy="856200"/>
            <a:chOff x="285100" y="445225"/>
            <a:chExt cx="856200" cy="856200"/>
          </a:xfrm>
        </p:grpSpPr>
        <p:sp>
          <p:nvSpPr>
            <p:cNvPr id="511" name="Google Shape;511;p34">
              <a:extLst>
                <a:ext uri="{FF2B5EF4-FFF2-40B4-BE49-F238E27FC236}">
                  <a16:creationId xmlns:a16="http://schemas.microsoft.com/office/drawing/2014/main" id="{8A240D74-168A-9864-8574-EC9F8336A0EB}"/>
                </a:ext>
              </a:extLst>
            </p:cNvPr>
            <p:cNvSpPr/>
            <p:nvPr/>
          </p:nvSpPr>
          <p:spPr>
            <a:xfrm>
              <a:off x="285100" y="445225"/>
              <a:ext cx="856200" cy="856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fia Sans"/>
                <a:ea typeface="Sofia Sans"/>
                <a:cs typeface="Sofia Sans"/>
                <a:sym typeface="Sofia Sans"/>
              </a:endParaRPr>
            </a:p>
          </p:txBody>
        </p:sp>
        <p:sp>
          <p:nvSpPr>
            <p:cNvPr id="512" name="Google Shape;512;p34">
              <a:extLst>
                <a:ext uri="{FF2B5EF4-FFF2-40B4-BE49-F238E27FC236}">
                  <a16:creationId xmlns:a16="http://schemas.microsoft.com/office/drawing/2014/main" id="{D304DB78-18A9-C41D-00BC-347925BDBD13}"/>
                </a:ext>
              </a:extLst>
            </p:cNvPr>
            <p:cNvSpPr/>
            <p:nvPr/>
          </p:nvSpPr>
          <p:spPr>
            <a:xfrm>
              <a:off x="506762" y="579382"/>
              <a:ext cx="412876" cy="587885"/>
            </a:xfrm>
            <a:custGeom>
              <a:avLst/>
              <a:gdLst/>
              <a:ahLst/>
              <a:cxnLst/>
              <a:rect l="l" t="t" r="r" b="b"/>
              <a:pathLst>
                <a:path w="3831" h="5455" extrusionOk="0">
                  <a:moveTo>
                    <a:pt x="1959" y="30"/>
                  </a:moveTo>
                  <a:lnTo>
                    <a:pt x="1959" y="30"/>
                  </a:lnTo>
                  <a:cubicBezTo>
                    <a:pt x="13" y="3175"/>
                    <a:pt x="13" y="3175"/>
                    <a:pt x="13" y="3175"/>
                  </a:cubicBezTo>
                  <a:cubicBezTo>
                    <a:pt x="-19" y="3217"/>
                    <a:pt x="13" y="3269"/>
                    <a:pt x="65" y="3269"/>
                  </a:cubicBezTo>
                  <a:cubicBezTo>
                    <a:pt x="1606" y="3269"/>
                    <a:pt x="1606" y="3269"/>
                    <a:pt x="1606" y="3269"/>
                  </a:cubicBezTo>
                  <a:cubicBezTo>
                    <a:pt x="1638" y="3269"/>
                    <a:pt x="1669" y="3300"/>
                    <a:pt x="1669" y="3331"/>
                  </a:cubicBezTo>
                  <a:cubicBezTo>
                    <a:pt x="1669" y="5394"/>
                    <a:pt x="1669" y="5394"/>
                    <a:pt x="1669" y="5394"/>
                  </a:cubicBezTo>
                  <a:cubicBezTo>
                    <a:pt x="1669" y="5456"/>
                    <a:pt x="1742" y="5477"/>
                    <a:pt x="1773" y="5425"/>
                  </a:cubicBezTo>
                  <a:cubicBezTo>
                    <a:pt x="3824" y="2332"/>
                    <a:pt x="3824" y="2332"/>
                    <a:pt x="3824" y="2332"/>
                  </a:cubicBezTo>
                  <a:cubicBezTo>
                    <a:pt x="3845" y="2291"/>
                    <a:pt x="3814" y="2239"/>
                    <a:pt x="3772" y="2239"/>
                  </a:cubicBezTo>
                  <a:cubicBezTo>
                    <a:pt x="2126" y="2239"/>
                    <a:pt x="2126" y="2239"/>
                    <a:pt x="2126" y="2239"/>
                  </a:cubicBezTo>
                  <a:cubicBezTo>
                    <a:pt x="2095" y="2239"/>
                    <a:pt x="2074" y="2207"/>
                    <a:pt x="2074" y="2176"/>
                  </a:cubicBezTo>
                  <a:cubicBezTo>
                    <a:pt x="2064" y="61"/>
                    <a:pt x="2064" y="61"/>
                    <a:pt x="2064" y="61"/>
                  </a:cubicBezTo>
                  <a:cubicBezTo>
                    <a:pt x="2064" y="-1"/>
                    <a:pt x="1991" y="-22"/>
                    <a:pt x="1959" y="30"/>
                  </a:cubicBezTo>
                  <a:close/>
                </a:path>
              </a:pathLst>
            </a:custGeom>
            <a:noFill/>
            <a:ln w="9525" cap="flat" cmpd="sng">
              <a:solidFill>
                <a:schemeClr val="dk1"/>
              </a:solidFill>
              <a:prstDash val="solid"/>
              <a:miter lim="8000"/>
              <a:headEnd type="none" w="sm" len="sm"/>
              <a:tailEnd type="none" w="sm" len="sm"/>
            </a:ln>
          </p:spPr>
          <p:txBody>
            <a:bodyPr spcFirstLastPara="1" wrap="square" lIns="97550" tIns="52550" rIns="97550" bIns="525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Google Shape;404;p29">
            <a:extLst>
              <a:ext uri="{FF2B5EF4-FFF2-40B4-BE49-F238E27FC236}">
                <a16:creationId xmlns:a16="http://schemas.microsoft.com/office/drawing/2014/main" id="{69BAAE68-D6D8-B7C5-DED3-C468A67B11AD}"/>
              </a:ext>
            </a:extLst>
          </p:cNvPr>
          <p:cNvSpPr txBox="1">
            <a:spLocks/>
          </p:cNvSpPr>
          <p:nvPr/>
        </p:nvSpPr>
        <p:spPr>
          <a:xfrm>
            <a:off x="1196602" y="461020"/>
            <a:ext cx="7818305" cy="6544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6000"/>
              <a:buFont typeface="Epilogue"/>
              <a:buNone/>
              <a:defRPr sz="6000" b="0" i="0" u="none" strike="noStrike" cap="none">
                <a:solidFill>
                  <a:schemeClr val="lt1"/>
                </a:solidFill>
                <a:latin typeface="Epilogue"/>
                <a:ea typeface="Epilogue"/>
                <a:cs typeface="Epilogue"/>
                <a:sym typeface="Epilogue"/>
              </a:defRPr>
            </a:lvl1pPr>
            <a:lvl2pPr marR="0" lvl="1" algn="ctr" rtl="0">
              <a:lnSpc>
                <a:spcPct val="100000"/>
              </a:lnSpc>
              <a:spcBef>
                <a:spcPts val="0"/>
              </a:spcBef>
              <a:spcAft>
                <a:spcPts val="0"/>
              </a:spcAft>
              <a:buClr>
                <a:schemeClr val="dk1"/>
              </a:buClr>
              <a:buSzPts val="6000"/>
              <a:buFont typeface="Epilogue"/>
              <a:buNone/>
              <a:defRPr sz="6000" b="1" i="0" u="none" strike="noStrike" cap="none">
                <a:solidFill>
                  <a:schemeClr val="dk1"/>
                </a:solidFill>
                <a:latin typeface="Epilogue"/>
                <a:ea typeface="Epilogue"/>
                <a:cs typeface="Epilogue"/>
                <a:sym typeface="Epilogue"/>
              </a:defRPr>
            </a:lvl2pPr>
            <a:lvl3pPr marR="0" lvl="2" algn="ctr" rtl="0">
              <a:lnSpc>
                <a:spcPct val="100000"/>
              </a:lnSpc>
              <a:spcBef>
                <a:spcPts val="0"/>
              </a:spcBef>
              <a:spcAft>
                <a:spcPts val="0"/>
              </a:spcAft>
              <a:buClr>
                <a:schemeClr val="dk1"/>
              </a:buClr>
              <a:buSzPts val="6000"/>
              <a:buFont typeface="Epilogue"/>
              <a:buNone/>
              <a:defRPr sz="6000" b="1" i="0" u="none" strike="noStrike" cap="none">
                <a:solidFill>
                  <a:schemeClr val="dk1"/>
                </a:solidFill>
                <a:latin typeface="Epilogue"/>
                <a:ea typeface="Epilogue"/>
                <a:cs typeface="Epilogue"/>
                <a:sym typeface="Epilogue"/>
              </a:defRPr>
            </a:lvl3pPr>
            <a:lvl4pPr marR="0" lvl="3" algn="ctr" rtl="0">
              <a:lnSpc>
                <a:spcPct val="100000"/>
              </a:lnSpc>
              <a:spcBef>
                <a:spcPts val="0"/>
              </a:spcBef>
              <a:spcAft>
                <a:spcPts val="0"/>
              </a:spcAft>
              <a:buClr>
                <a:schemeClr val="dk1"/>
              </a:buClr>
              <a:buSzPts val="6000"/>
              <a:buFont typeface="Epilogue"/>
              <a:buNone/>
              <a:defRPr sz="6000" b="1" i="0" u="none" strike="noStrike" cap="none">
                <a:solidFill>
                  <a:schemeClr val="dk1"/>
                </a:solidFill>
                <a:latin typeface="Epilogue"/>
                <a:ea typeface="Epilogue"/>
                <a:cs typeface="Epilogue"/>
                <a:sym typeface="Epilogue"/>
              </a:defRPr>
            </a:lvl4pPr>
            <a:lvl5pPr marR="0" lvl="4" algn="ctr" rtl="0">
              <a:lnSpc>
                <a:spcPct val="100000"/>
              </a:lnSpc>
              <a:spcBef>
                <a:spcPts val="0"/>
              </a:spcBef>
              <a:spcAft>
                <a:spcPts val="0"/>
              </a:spcAft>
              <a:buClr>
                <a:schemeClr val="dk1"/>
              </a:buClr>
              <a:buSzPts val="6000"/>
              <a:buFont typeface="Epilogue"/>
              <a:buNone/>
              <a:defRPr sz="6000" b="1" i="0" u="none" strike="noStrike" cap="none">
                <a:solidFill>
                  <a:schemeClr val="dk1"/>
                </a:solidFill>
                <a:latin typeface="Epilogue"/>
                <a:ea typeface="Epilogue"/>
                <a:cs typeface="Epilogue"/>
                <a:sym typeface="Epilogue"/>
              </a:defRPr>
            </a:lvl5pPr>
            <a:lvl6pPr marR="0" lvl="5" algn="ctr" rtl="0">
              <a:lnSpc>
                <a:spcPct val="100000"/>
              </a:lnSpc>
              <a:spcBef>
                <a:spcPts val="0"/>
              </a:spcBef>
              <a:spcAft>
                <a:spcPts val="0"/>
              </a:spcAft>
              <a:buClr>
                <a:schemeClr val="dk1"/>
              </a:buClr>
              <a:buSzPts val="6000"/>
              <a:buFont typeface="Epilogue"/>
              <a:buNone/>
              <a:defRPr sz="6000" b="1" i="0" u="none" strike="noStrike" cap="none">
                <a:solidFill>
                  <a:schemeClr val="dk1"/>
                </a:solidFill>
                <a:latin typeface="Epilogue"/>
                <a:ea typeface="Epilogue"/>
                <a:cs typeface="Epilogue"/>
                <a:sym typeface="Epilogue"/>
              </a:defRPr>
            </a:lvl6pPr>
            <a:lvl7pPr marR="0" lvl="6" algn="ctr" rtl="0">
              <a:lnSpc>
                <a:spcPct val="100000"/>
              </a:lnSpc>
              <a:spcBef>
                <a:spcPts val="0"/>
              </a:spcBef>
              <a:spcAft>
                <a:spcPts val="0"/>
              </a:spcAft>
              <a:buClr>
                <a:schemeClr val="dk1"/>
              </a:buClr>
              <a:buSzPts val="6000"/>
              <a:buFont typeface="Epilogue"/>
              <a:buNone/>
              <a:defRPr sz="6000" b="1" i="0" u="none" strike="noStrike" cap="none">
                <a:solidFill>
                  <a:schemeClr val="dk1"/>
                </a:solidFill>
                <a:latin typeface="Epilogue"/>
                <a:ea typeface="Epilogue"/>
                <a:cs typeface="Epilogue"/>
                <a:sym typeface="Epilogue"/>
              </a:defRPr>
            </a:lvl7pPr>
            <a:lvl8pPr marR="0" lvl="7" algn="ctr" rtl="0">
              <a:lnSpc>
                <a:spcPct val="100000"/>
              </a:lnSpc>
              <a:spcBef>
                <a:spcPts val="0"/>
              </a:spcBef>
              <a:spcAft>
                <a:spcPts val="0"/>
              </a:spcAft>
              <a:buClr>
                <a:schemeClr val="dk1"/>
              </a:buClr>
              <a:buSzPts val="6000"/>
              <a:buFont typeface="Epilogue"/>
              <a:buNone/>
              <a:defRPr sz="6000" b="1" i="0" u="none" strike="noStrike" cap="none">
                <a:solidFill>
                  <a:schemeClr val="dk1"/>
                </a:solidFill>
                <a:latin typeface="Epilogue"/>
                <a:ea typeface="Epilogue"/>
                <a:cs typeface="Epilogue"/>
                <a:sym typeface="Epilogue"/>
              </a:defRPr>
            </a:lvl8pPr>
            <a:lvl9pPr marR="0" lvl="8" algn="ctr" rtl="0">
              <a:lnSpc>
                <a:spcPct val="100000"/>
              </a:lnSpc>
              <a:spcBef>
                <a:spcPts val="0"/>
              </a:spcBef>
              <a:spcAft>
                <a:spcPts val="0"/>
              </a:spcAft>
              <a:buClr>
                <a:schemeClr val="dk1"/>
              </a:buClr>
              <a:buSzPts val="6000"/>
              <a:buFont typeface="Epilogue"/>
              <a:buNone/>
              <a:defRPr sz="6000" b="1" i="0" u="none" strike="noStrike" cap="none">
                <a:solidFill>
                  <a:schemeClr val="dk1"/>
                </a:solidFill>
                <a:latin typeface="Epilogue"/>
                <a:ea typeface="Epilogue"/>
                <a:cs typeface="Epilogue"/>
                <a:sym typeface="Epilogue"/>
              </a:defRPr>
            </a:lvl9pPr>
          </a:lstStyle>
          <a:p>
            <a:pPr algn="l"/>
            <a:r>
              <a:rPr lang="en-US" sz="2000" dirty="0">
                <a:solidFill>
                  <a:schemeClr val="tx1">
                    <a:lumMod val="50000"/>
                  </a:schemeClr>
                </a:solidFill>
              </a:rPr>
              <a:t>6. What is the trend in GDP for each country over the given years?</a:t>
            </a:r>
          </a:p>
        </p:txBody>
      </p:sp>
      <p:pic>
        <p:nvPicPr>
          <p:cNvPr id="4" name="Picture 3">
            <a:extLst>
              <a:ext uri="{FF2B5EF4-FFF2-40B4-BE49-F238E27FC236}">
                <a16:creationId xmlns:a16="http://schemas.microsoft.com/office/drawing/2014/main" id="{ED71056D-FB6D-5A70-683C-2332CD9E854F}"/>
              </a:ext>
            </a:extLst>
          </p:cNvPr>
          <p:cNvPicPr>
            <a:picLocks noChangeAspect="1"/>
          </p:cNvPicPr>
          <p:nvPr/>
        </p:nvPicPr>
        <p:blipFill>
          <a:blip r:embed="rId3"/>
          <a:stretch>
            <a:fillRect/>
          </a:stretch>
        </p:blipFill>
        <p:spPr>
          <a:xfrm>
            <a:off x="5105754" y="2898641"/>
            <a:ext cx="1371453" cy="1302880"/>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8805AF6F-B13A-635A-CBC0-64F54BE28D27}"/>
              </a:ext>
            </a:extLst>
          </p:cNvPr>
          <p:cNvPicPr>
            <a:picLocks noChangeAspect="1"/>
          </p:cNvPicPr>
          <p:nvPr/>
        </p:nvPicPr>
        <p:blipFill>
          <a:blip r:embed="rId4"/>
          <a:stretch>
            <a:fillRect/>
          </a:stretch>
        </p:blipFill>
        <p:spPr>
          <a:xfrm>
            <a:off x="2546402" y="1356507"/>
            <a:ext cx="3362794" cy="847843"/>
          </a:xfrm>
          <a:prstGeom prst="rect">
            <a:avLst/>
          </a:prstGeom>
        </p:spPr>
      </p:pic>
      <p:pic>
        <p:nvPicPr>
          <p:cNvPr id="3" name="Picture 2">
            <a:extLst>
              <a:ext uri="{FF2B5EF4-FFF2-40B4-BE49-F238E27FC236}">
                <a16:creationId xmlns:a16="http://schemas.microsoft.com/office/drawing/2014/main" id="{2CE44D91-12F9-A3D5-68D0-DF9B4CBE0A78}"/>
              </a:ext>
            </a:extLst>
          </p:cNvPr>
          <p:cNvPicPr>
            <a:picLocks noChangeAspect="1"/>
          </p:cNvPicPr>
          <p:nvPr/>
        </p:nvPicPr>
        <p:blipFill>
          <a:blip r:embed="rId5"/>
          <a:stretch>
            <a:fillRect/>
          </a:stretch>
        </p:blipFill>
        <p:spPr>
          <a:xfrm>
            <a:off x="0" y="4771655"/>
            <a:ext cx="1473203" cy="344241"/>
          </a:xfrm>
          <a:prstGeom prst="rect">
            <a:avLst/>
          </a:prstGeom>
        </p:spPr>
      </p:pic>
    </p:spTree>
    <p:extLst>
      <p:ext uri="{BB962C8B-B14F-4D97-AF65-F5344CB8AC3E}">
        <p14:creationId xmlns:p14="http://schemas.microsoft.com/office/powerpoint/2010/main" val="1083541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4415CAD1-6784-2136-50D6-C7D35BE9110B}"/>
            </a:ext>
          </a:extLst>
        </p:cNvPr>
        <p:cNvGrpSpPr/>
        <p:nvPr/>
      </p:nvGrpSpPr>
      <p:grpSpPr>
        <a:xfrm>
          <a:off x="0" y="0"/>
          <a:ext cx="0" cy="0"/>
          <a:chOff x="0" y="0"/>
          <a:chExt cx="0" cy="0"/>
        </a:xfrm>
      </p:grpSpPr>
      <p:sp>
        <p:nvSpPr>
          <p:cNvPr id="404" name="Google Shape;404;p29">
            <a:extLst>
              <a:ext uri="{FF2B5EF4-FFF2-40B4-BE49-F238E27FC236}">
                <a16:creationId xmlns:a16="http://schemas.microsoft.com/office/drawing/2014/main" id="{0CE21FCB-5429-16DE-2AA1-05806974D8EE}"/>
              </a:ext>
            </a:extLst>
          </p:cNvPr>
          <p:cNvSpPr txBox="1">
            <a:spLocks noGrp="1"/>
          </p:cNvSpPr>
          <p:nvPr>
            <p:ph type="title"/>
          </p:nvPr>
        </p:nvSpPr>
        <p:spPr>
          <a:xfrm>
            <a:off x="713224" y="539500"/>
            <a:ext cx="8301683" cy="576000"/>
          </a:xfrm>
          <a:prstGeom prst="rect">
            <a:avLst/>
          </a:prstGeom>
        </p:spPr>
        <p:txBody>
          <a:bodyPr spcFirstLastPara="1" wrap="square" lIns="91425" tIns="91425" rIns="91425" bIns="91425" anchor="t" anchorCtr="0">
            <a:noAutofit/>
          </a:bodyPr>
          <a:lstStyle/>
          <a:p>
            <a:pPr lvl="0"/>
            <a:r>
              <a:rPr lang="en-US" sz="1800" b="0" dirty="0"/>
              <a:t>7. How has population growth affected total emissions in each country?</a:t>
            </a:r>
            <a:endParaRPr sz="1800" b="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F4251EE-75BD-02E6-A6D6-07873AAD940B}"/>
              </a:ext>
            </a:extLst>
          </p:cNvPr>
          <p:cNvPicPr>
            <a:picLocks noChangeAspect="1"/>
          </p:cNvPicPr>
          <p:nvPr/>
        </p:nvPicPr>
        <p:blipFill>
          <a:blip r:embed="rId3"/>
          <a:stretch>
            <a:fillRect/>
          </a:stretch>
        </p:blipFill>
        <p:spPr>
          <a:xfrm>
            <a:off x="835636" y="1330621"/>
            <a:ext cx="7020905" cy="1467055"/>
          </a:xfrm>
          <a:prstGeom prst="rect">
            <a:avLst/>
          </a:prstGeom>
        </p:spPr>
      </p:pic>
      <p:pic>
        <p:nvPicPr>
          <p:cNvPr id="6" name="Picture 5">
            <a:extLst>
              <a:ext uri="{FF2B5EF4-FFF2-40B4-BE49-F238E27FC236}">
                <a16:creationId xmlns:a16="http://schemas.microsoft.com/office/drawing/2014/main" id="{31DE64D1-C6DC-DAA1-2398-7B675049984C}"/>
              </a:ext>
            </a:extLst>
          </p:cNvPr>
          <p:cNvPicPr>
            <a:picLocks noChangeAspect="1"/>
          </p:cNvPicPr>
          <p:nvPr/>
        </p:nvPicPr>
        <p:blipFill>
          <a:blip r:embed="rId4"/>
          <a:stretch>
            <a:fillRect/>
          </a:stretch>
        </p:blipFill>
        <p:spPr>
          <a:xfrm>
            <a:off x="5315350" y="2313505"/>
            <a:ext cx="3096057" cy="2495898"/>
          </a:xfrm>
          <a:prstGeom prst="rect">
            <a:avLst/>
          </a:prstGeom>
        </p:spPr>
      </p:pic>
      <p:pic>
        <p:nvPicPr>
          <p:cNvPr id="2" name="Picture 1">
            <a:extLst>
              <a:ext uri="{FF2B5EF4-FFF2-40B4-BE49-F238E27FC236}">
                <a16:creationId xmlns:a16="http://schemas.microsoft.com/office/drawing/2014/main" id="{3B1F2420-05EB-A705-4D6B-52C5E4B4355A}"/>
              </a:ext>
            </a:extLst>
          </p:cNvPr>
          <p:cNvPicPr>
            <a:picLocks noChangeAspect="1"/>
          </p:cNvPicPr>
          <p:nvPr/>
        </p:nvPicPr>
        <p:blipFill>
          <a:blip r:embed="rId5"/>
          <a:stretch>
            <a:fillRect/>
          </a:stretch>
        </p:blipFill>
        <p:spPr>
          <a:xfrm>
            <a:off x="0" y="4771655"/>
            <a:ext cx="1473203" cy="344241"/>
          </a:xfrm>
          <a:prstGeom prst="rect">
            <a:avLst/>
          </a:prstGeom>
        </p:spPr>
      </p:pic>
    </p:spTree>
    <p:extLst>
      <p:ext uri="{BB962C8B-B14F-4D97-AF65-F5344CB8AC3E}">
        <p14:creationId xmlns:p14="http://schemas.microsoft.com/office/powerpoint/2010/main" val="56902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8EC80B2C-4A62-0A43-2D3B-0CBAC6FA63A3}"/>
            </a:ext>
          </a:extLst>
        </p:cNvPr>
        <p:cNvGrpSpPr/>
        <p:nvPr/>
      </p:nvGrpSpPr>
      <p:grpSpPr>
        <a:xfrm>
          <a:off x="0" y="0"/>
          <a:ext cx="0" cy="0"/>
          <a:chOff x="0" y="0"/>
          <a:chExt cx="0" cy="0"/>
        </a:xfrm>
      </p:grpSpPr>
      <p:sp>
        <p:nvSpPr>
          <p:cNvPr id="404" name="Google Shape;404;p29">
            <a:extLst>
              <a:ext uri="{FF2B5EF4-FFF2-40B4-BE49-F238E27FC236}">
                <a16:creationId xmlns:a16="http://schemas.microsoft.com/office/drawing/2014/main" id="{EF2B5370-2C1D-C88C-C57C-744281BDB66E}"/>
              </a:ext>
            </a:extLst>
          </p:cNvPr>
          <p:cNvSpPr txBox="1">
            <a:spLocks noGrp="1"/>
          </p:cNvSpPr>
          <p:nvPr>
            <p:ph type="title"/>
          </p:nvPr>
        </p:nvSpPr>
        <p:spPr>
          <a:xfrm>
            <a:off x="645460" y="451821"/>
            <a:ext cx="8369448" cy="663679"/>
          </a:xfrm>
          <a:prstGeom prst="rect">
            <a:avLst/>
          </a:prstGeom>
        </p:spPr>
        <p:txBody>
          <a:bodyPr spcFirstLastPara="1" wrap="square" lIns="91425" tIns="91425" rIns="91425" bIns="91425" anchor="t" anchorCtr="0">
            <a:noAutofit/>
          </a:bodyPr>
          <a:lstStyle/>
          <a:p>
            <a:pPr lvl="0"/>
            <a:r>
              <a:rPr lang="en-US" sz="1800" b="0" dirty="0"/>
              <a:t>8. Has energy consumption increased or decreased over the years for major economies?</a:t>
            </a:r>
            <a:endParaRPr sz="1800" b="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2397F0F-0A82-A4A6-5474-11783D53C120}"/>
              </a:ext>
            </a:extLst>
          </p:cNvPr>
          <p:cNvPicPr>
            <a:picLocks noChangeAspect="1"/>
          </p:cNvPicPr>
          <p:nvPr/>
        </p:nvPicPr>
        <p:blipFill>
          <a:blip r:embed="rId3"/>
          <a:stretch>
            <a:fillRect/>
          </a:stretch>
        </p:blipFill>
        <p:spPr>
          <a:xfrm>
            <a:off x="721901" y="1255335"/>
            <a:ext cx="3762900" cy="3038899"/>
          </a:xfrm>
          <a:prstGeom prst="rect">
            <a:avLst/>
          </a:prstGeom>
        </p:spPr>
      </p:pic>
      <p:pic>
        <p:nvPicPr>
          <p:cNvPr id="7" name="Picture 6">
            <a:extLst>
              <a:ext uri="{FF2B5EF4-FFF2-40B4-BE49-F238E27FC236}">
                <a16:creationId xmlns:a16="http://schemas.microsoft.com/office/drawing/2014/main" id="{2F8DB31E-F6F4-022E-2B0B-A73E090C8E90}"/>
              </a:ext>
            </a:extLst>
          </p:cNvPr>
          <p:cNvPicPr>
            <a:picLocks noChangeAspect="1"/>
          </p:cNvPicPr>
          <p:nvPr/>
        </p:nvPicPr>
        <p:blipFill>
          <a:blip r:embed="rId4"/>
          <a:stretch>
            <a:fillRect/>
          </a:stretch>
        </p:blipFill>
        <p:spPr>
          <a:xfrm>
            <a:off x="5417450" y="1094657"/>
            <a:ext cx="2095792" cy="3477110"/>
          </a:xfrm>
          <a:prstGeom prst="rect">
            <a:avLst/>
          </a:prstGeom>
        </p:spPr>
      </p:pic>
      <p:pic>
        <p:nvPicPr>
          <p:cNvPr id="2" name="Picture 1">
            <a:extLst>
              <a:ext uri="{FF2B5EF4-FFF2-40B4-BE49-F238E27FC236}">
                <a16:creationId xmlns:a16="http://schemas.microsoft.com/office/drawing/2014/main" id="{B85D90B7-F701-2745-498B-1F2EF29A2714}"/>
              </a:ext>
            </a:extLst>
          </p:cNvPr>
          <p:cNvPicPr>
            <a:picLocks noChangeAspect="1"/>
          </p:cNvPicPr>
          <p:nvPr/>
        </p:nvPicPr>
        <p:blipFill>
          <a:blip r:embed="rId5"/>
          <a:stretch>
            <a:fillRect/>
          </a:stretch>
        </p:blipFill>
        <p:spPr>
          <a:xfrm>
            <a:off x="0" y="4771655"/>
            <a:ext cx="1473203" cy="344241"/>
          </a:xfrm>
          <a:prstGeom prst="rect">
            <a:avLst/>
          </a:prstGeom>
        </p:spPr>
      </p:pic>
    </p:spTree>
    <p:extLst>
      <p:ext uri="{BB962C8B-B14F-4D97-AF65-F5344CB8AC3E}">
        <p14:creationId xmlns:p14="http://schemas.microsoft.com/office/powerpoint/2010/main" val="1249151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AFD6F9FF-0D05-6DB6-D71B-9AEA78A8E69C}"/>
            </a:ext>
          </a:extLst>
        </p:cNvPr>
        <p:cNvGrpSpPr/>
        <p:nvPr/>
      </p:nvGrpSpPr>
      <p:grpSpPr>
        <a:xfrm>
          <a:off x="0" y="0"/>
          <a:ext cx="0" cy="0"/>
          <a:chOff x="0" y="0"/>
          <a:chExt cx="0" cy="0"/>
        </a:xfrm>
      </p:grpSpPr>
      <p:sp>
        <p:nvSpPr>
          <p:cNvPr id="404" name="Google Shape;404;p29">
            <a:extLst>
              <a:ext uri="{FF2B5EF4-FFF2-40B4-BE49-F238E27FC236}">
                <a16:creationId xmlns:a16="http://schemas.microsoft.com/office/drawing/2014/main" id="{B7C4DF32-ACCE-7A63-6768-F3D44A72661F}"/>
              </a:ext>
            </a:extLst>
          </p:cNvPr>
          <p:cNvSpPr txBox="1">
            <a:spLocks noGrp="1"/>
          </p:cNvSpPr>
          <p:nvPr>
            <p:ph type="title"/>
          </p:nvPr>
        </p:nvSpPr>
        <p:spPr>
          <a:xfrm>
            <a:off x="713224" y="376518"/>
            <a:ext cx="8301683" cy="699247"/>
          </a:xfrm>
          <a:prstGeom prst="rect">
            <a:avLst/>
          </a:prstGeom>
        </p:spPr>
        <p:txBody>
          <a:bodyPr spcFirstLastPara="1" wrap="square" lIns="91425" tIns="91425" rIns="91425" bIns="91425" anchor="t" anchorCtr="0">
            <a:noAutofit/>
          </a:bodyPr>
          <a:lstStyle/>
          <a:p>
            <a:pPr lvl="0"/>
            <a:r>
              <a:rPr lang="en-US" sz="1800" b="0" dirty="0"/>
              <a:t>9. What is the average yearly change in emissions per capita for each country?</a:t>
            </a:r>
            <a:endParaRPr sz="1800" b="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C0BED9B-E079-B7D8-DAEF-7B6A8936A00A}"/>
              </a:ext>
            </a:extLst>
          </p:cNvPr>
          <p:cNvPicPr>
            <a:picLocks noChangeAspect="1"/>
          </p:cNvPicPr>
          <p:nvPr/>
        </p:nvPicPr>
        <p:blipFill>
          <a:blip r:embed="rId3"/>
          <a:stretch>
            <a:fillRect/>
          </a:stretch>
        </p:blipFill>
        <p:spPr>
          <a:xfrm>
            <a:off x="637294" y="1960754"/>
            <a:ext cx="8377613" cy="2914330"/>
          </a:xfrm>
          <a:prstGeom prst="rect">
            <a:avLst/>
          </a:prstGeom>
        </p:spPr>
      </p:pic>
      <p:pic>
        <p:nvPicPr>
          <p:cNvPr id="6" name="Picture 5">
            <a:extLst>
              <a:ext uri="{FF2B5EF4-FFF2-40B4-BE49-F238E27FC236}">
                <a16:creationId xmlns:a16="http://schemas.microsoft.com/office/drawing/2014/main" id="{E00AAE5B-2FBB-3F56-7FCC-7E985FEED505}"/>
              </a:ext>
            </a:extLst>
          </p:cNvPr>
          <p:cNvPicPr>
            <a:picLocks noChangeAspect="1"/>
          </p:cNvPicPr>
          <p:nvPr/>
        </p:nvPicPr>
        <p:blipFill>
          <a:blip r:embed="rId4"/>
          <a:stretch>
            <a:fillRect/>
          </a:stretch>
        </p:blipFill>
        <p:spPr>
          <a:xfrm>
            <a:off x="3785660" y="942748"/>
            <a:ext cx="5144218" cy="1629002"/>
          </a:xfrm>
          <a:prstGeom prst="rect">
            <a:avLst/>
          </a:prstGeom>
        </p:spPr>
      </p:pic>
      <p:pic>
        <p:nvPicPr>
          <p:cNvPr id="2" name="Picture 1">
            <a:extLst>
              <a:ext uri="{FF2B5EF4-FFF2-40B4-BE49-F238E27FC236}">
                <a16:creationId xmlns:a16="http://schemas.microsoft.com/office/drawing/2014/main" id="{B2F87BA3-AA74-3C27-B67F-E8658CD1745E}"/>
              </a:ext>
            </a:extLst>
          </p:cNvPr>
          <p:cNvPicPr>
            <a:picLocks noChangeAspect="1"/>
          </p:cNvPicPr>
          <p:nvPr/>
        </p:nvPicPr>
        <p:blipFill>
          <a:blip r:embed="rId5"/>
          <a:stretch>
            <a:fillRect/>
          </a:stretch>
        </p:blipFill>
        <p:spPr>
          <a:xfrm>
            <a:off x="7727180" y="4766982"/>
            <a:ext cx="1416820" cy="331066"/>
          </a:xfrm>
          <a:prstGeom prst="rect">
            <a:avLst/>
          </a:prstGeom>
        </p:spPr>
      </p:pic>
    </p:spTree>
    <p:extLst>
      <p:ext uri="{BB962C8B-B14F-4D97-AF65-F5344CB8AC3E}">
        <p14:creationId xmlns:p14="http://schemas.microsoft.com/office/powerpoint/2010/main" val="40992063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D22CCA3D-7261-9440-44E8-818E87C6CADB}"/>
            </a:ext>
          </a:extLst>
        </p:cNvPr>
        <p:cNvGrpSpPr/>
        <p:nvPr/>
      </p:nvGrpSpPr>
      <p:grpSpPr>
        <a:xfrm>
          <a:off x="0" y="0"/>
          <a:ext cx="0" cy="0"/>
          <a:chOff x="0" y="0"/>
          <a:chExt cx="0" cy="0"/>
        </a:xfrm>
      </p:grpSpPr>
      <p:sp>
        <p:nvSpPr>
          <p:cNvPr id="404" name="Google Shape;404;p29">
            <a:extLst>
              <a:ext uri="{FF2B5EF4-FFF2-40B4-BE49-F238E27FC236}">
                <a16:creationId xmlns:a16="http://schemas.microsoft.com/office/drawing/2014/main" id="{3DA2CB89-5DEF-1D86-62AE-93BFA9C6B62E}"/>
              </a:ext>
            </a:extLst>
          </p:cNvPr>
          <p:cNvSpPr txBox="1">
            <a:spLocks noGrp="1"/>
          </p:cNvSpPr>
          <p:nvPr>
            <p:ph type="title"/>
          </p:nvPr>
        </p:nvSpPr>
        <p:spPr>
          <a:xfrm>
            <a:off x="713224" y="539500"/>
            <a:ext cx="8301683" cy="576000"/>
          </a:xfrm>
          <a:prstGeom prst="rect">
            <a:avLst/>
          </a:prstGeom>
        </p:spPr>
        <p:txBody>
          <a:bodyPr spcFirstLastPara="1" wrap="square" lIns="91425" tIns="91425" rIns="91425" bIns="91425" anchor="t" anchorCtr="0">
            <a:noAutofit/>
          </a:bodyPr>
          <a:lstStyle/>
          <a:p>
            <a:pPr lvl="0"/>
            <a:r>
              <a:rPr lang="en-US" sz="1800" b="0" dirty="0"/>
              <a:t>10. What is the emission-to-GDP ratio for each country by year?</a:t>
            </a:r>
            <a:endParaRPr sz="1800" b="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9D0E5CC-89D6-3FB0-C254-A1F9CCD466E5}"/>
              </a:ext>
            </a:extLst>
          </p:cNvPr>
          <p:cNvPicPr>
            <a:picLocks noChangeAspect="1"/>
          </p:cNvPicPr>
          <p:nvPr/>
        </p:nvPicPr>
        <p:blipFill>
          <a:blip r:embed="rId3"/>
          <a:stretch>
            <a:fillRect/>
          </a:stretch>
        </p:blipFill>
        <p:spPr>
          <a:xfrm>
            <a:off x="713224" y="1115500"/>
            <a:ext cx="6154009" cy="1181265"/>
          </a:xfrm>
          <a:prstGeom prst="rect">
            <a:avLst/>
          </a:prstGeom>
        </p:spPr>
      </p:pic>
      <p:pic>
        <p:nvPicPr>
          <p:cNvPr id="7" name="Picture 6">
            <a:extLst>
              <a:ext uri="{FF2B5EF4-FFF2-40B4-BE49-F238E27FC236}">
                <a16:creationId xmlns:a16="http://schemas.microsoft.com/office/drawing/2014/main" id="{495637D3-5D3E-25F0-DB2C-043110A0550C}"/>
              </a:ext>
            </a:extLst>
          </p:cNvPr>
          <p:cNvPicPr>
            <a:picLocks noChangeAspect="1"/>
          </p:cNvPicPr>
          <p:nvPr/>
        </p:nvPicPr>
        <p:blipFill>
          <a:blip r:embed="rId4"/>
          <a:stretch>
            <a:fillRect/>
          </a:stretch>
        </p:blipFill>
        <p:spPr>
          <a:xfrm>
            <a:off x="4046780" y="2571750"/>
            <a:ext cx="2190750" cy="2171700"/>
          </a:xfrm>
          <a:prstGeom prst="rect">
            <a:avLst/>
          </a:prstGeom>
        </p:spPr>
      </p:pic>
      <p:pic>
        <p:nvPicPr>
          <p:cNvPr id="2" name="Picture 1">
            <a:extLst>
              <a:ext uri="{FF2B5EF4-FFF2-40B4-BE49-F238E27FC236}">
                <a16:creationId xmlns:a16="http://schemas.microsoft.com/office/drawing/2014/main" id="{F31F5240-E7B7-E16D-42DF-D49565F27826}"/>
              </a:ext>
            </a:extLst>
          </p:cNvPr>
          <p:cNvPicPr>
            <a:picLocks noChangeAspect="1"/>
          </p:cNvPicPr>
          <p:nvPr/>
        </p:nvPicPr>
        <p:blipFill>
          <a:blip r:embed="rId5"/>
          <a:stretch>
            <a:fillRect/>
          </a:stretch>
        </p:blipFill>
        <p:spPr>
          <a:xfrm>
            <a:off x="0" y="4771655"/>
            <a:ext cx="1473203" cy="344241"/>
          </a:xfrm>
          <a:prstGeom prst="rect">
            <a:avLst/>
          </a:prstGeom>
        </p:spPr>
      </p:pic>
    </p:spTree>
    <p:extLst>
      <p:ext uri="{BB962C8B-B14F-4D97-AF65-F5344CB8AC3E}">
        <p14:creationId xmlns:p14="http://schemas.microsoft.com/office/powerpoint/2010/main" val="1545552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A91441AE-30C3-4CAE-E62A-C0EF949ED54E}"/>
            </a:ext>
          </a:extLst>
        </p:cNvPr>
        <p:cNvGrpSpPr/>
        <p:nvPr/>
      </p:nvGrpSpPr>
      <p:grpSpPr>
        <a:xfrm>
          <a:off x="0" y="0"/>
          <a:ext cx="0" cy="0"/>
          <a:chOff x="0" y="0"/>
          <a:chExt cx="0" cy="0"/>
        </a:xfrm>
      </p:grpSpPr>
      <p:sp>
        <p:nvSpPr>
          <p:cNvPr id="404" name="Google Shape;404;p29">
            <a:extLst>
              <a:ext uri="{FF2B5EF4-FFF2-40B4-BE49-F238E27FC236}">
                <a16:creationId xmlns:a16="http://schemas.microsoft.com/office/drawing/2014/main" id="{39166F3D-546B-698E-D6F8-53AB5D5B68C5}"/>
              </a:ext>
            </a:extLst>
          </p:cNvPr>
          <p:cNvSpPr txBox="1">
            <a:spLocks noGrp="1"/>
          </p:cNvSpPr>
          <p:nvPr>
            <p:ph type="title"/>
          </p:nvPr>
        </p:nvSpPr>
        <p:spPr>
          <a:xfrm>
            <a:off x="713224" y="441064"/>
            <a:ext cx="8301683" cy="674436"/>
          </a:xfrm>
          <a:prstGeom prst="rect">
            <a:avLst/>
          </a:prstGeom>
        </p:spPr>
        <p:txBody>
          <a:bodyPr spcFirstLastPara="1" wrap="square" lIns="91425" tIns="91425" rIns="91425" bIns="91425" anchor="t" anchorCtr="0">
            <a:noAutofit/>
          </a:bodyPr>
          <a:lstStyle/>
          <a:p>
            <a:pPr lvl="0"/>
            <a:r>
              <a:rPr lang="en-US" sz="1800" b="0" dirty="0"/>
              <a:t>11. What is the energy consumption per capita for each country over the last decade?</a:t>
            </a:r>
            <a:endParaRPr sz="1800" b="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4BF18AC-B5C0-0A65-9588-D1D49450B921}"/>
              </a:ext>
            </a:extLst>
          </p:cNvPr>
          <p:cNvPicPr>
            <a:picLocks noChangeAspect="1"/>
          </p:cNvPicPr>
          <p:nvPr/>
        </p:nvPicPr>
        <p:blipFill>
          <a:blip r:embed="rId3"/>
          <a:stretch>
            <a:fillRect/>
          </a:stretch>
        </p:blipFill>
        <p:spPr>
          <a:xfrm>
            <a:off x="4767812" y="3193847"/>
            <a:ext cx="3511589" cy="1759126"/>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0A76EA96-AFB5-9A01-2366-BF87819CE350}"/>
              </a:ext>
            </a:extLst>
          </p:cNvPr>
          <p:cNvPicPr>
            <a:picLocks noChangeAspect="1"/>
          </p:cNvPicPr>
          <p:nvPr/>
        </p:nvPicPr>
        <p:blipFill>
          <a:blip r:embed="rId4"/>
          <a:stretch>
            <a:fillRect/>
          </a:stretch>
        </p:blipFill>
        <p:spPr>
          <a:xfrm>
            <a:off x="622588" y="1283014"/>
            <a:ext cx="4972744" cy="1743318"/>
          </a:xfrm>
          <a:prstGeom prst="rect">
            <a:avLst/>
          </a:prstGeom>
        </p:spPr>
      </p:pic>
      <p:pic>
        <p:nvPicPr>
          <p:cNvPr id="2" name="Picture 1">
            <a:extLst>
              <a:ext uri="{FF2B5EF4-FFF2-40B4-BE49-F238E27FC236}">
                <a16:creationId xmlns:a16="http://schemas.microsoft.com/office/drawing/2014/main" id="{C2D2B695-2C75-8FFA-51A5-D2F8355DB8A1}"/>
              </a:ext>
            </a:extLst>
          </p:cNvPr>
          <p:cNvPicPr>
            <a:picLocks noChangeAspect="1"/>
          </p:cNvPicPr>
          <p:nvPr/>
        </p:nvPicPr>
        <p:blipFill>
          <a:blip r:embed="rId5"/>
          <a:stretch>
            <a:fillRect/>
          </a:stretch>
        </p:blipFill>
        <p:spPr>
          <a:xfrm>
            <a:off x="0" y="4771655"/>
            <a:ext cx="1473203" cy="344241"/>
          </a:xfrm>
          <a:prstGeom prst="rect">
            <a:avLst/>
          </a:prstGeom>
        </p:spPr>
      </p:pic>
    </p:spTree>
    <p:extLst>
      <p:ext uri="{BB962C8B-B14F-4D97-AF65-F5344CB8AC3E}">
        <p14:creationId xmlns:p14="http://schemas.microsoft.com/office/powerpoint/2010/main" val="507432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1EED3BE5-8F6D-0075-EF21-7CFFD85E4E8C}"/>
            </a:ext>
          </a:extLst>
        </p:cNvPr>
        <p:cNvGrpSpPr/>
        <p:nvPr/>
      </p:nvGrpSpPr>
      <p:grpSpPr>
        <a:xfrm>
          <a:off x="0" y="0"/>
          <a:ext cx="0" cy="0"/>
          <a:chOff x="0" y="0"/>
          <a:chExt cx="0" cy="0"/>
        </a:xfrm>
      </p:grpSpPr>
      <p:sp>
        <p:nvSpPr>
          <p:cNvPr id="404" name="Google Shape;404;p29">
            <a:extLst>
              <a:ext uri="{FF2B5EF4-FFF2-40B4-BE49-F238E27FC236}">
                <a16:creationId xmlns:a16="http://schemas.microsoft.com/office/drawing/2014/main" id="{26704244-EC32-4C26-CC7B-FF05D1941A00}"/>
              </a:ext>
            </a:extLst>
          </p:cNvPr>
          <p:cNvSpPr txBox="1">
            <a:spLocks noGrp="1"/>
          </p:cNvSpPr>
          <p:nvPr>
            <p:ph type="title"/>
          </p:nvPr>
        </p:nvSpPr>
        <p:spPr>
          <a:xfrm>
            <a:off x="713224" y="539500"/>
            <a:ext cx="8301683" cy="576000"/>
          </a:xfrm>
          <a:prstGeom prst="rect">
            <a:avLst/>
          </a:prstGeom>
        </p:spPr>
        <p:txBody>
          <a:bodyPr spcFirstLastPara="1" wrap="square" lIns="91425" tIns="91425" rIns="91425" bIns="91425" anchor="t" anchorCtr="0">
            <a:noAutofit/>
          </a:bodyPr>
          <a:lstStyle/>
          <a:p>
            <a:pPr lvl="0"/>
            <a:r>
              <a:rPr lang="en-US" sz="1800" b="0" dirty="0"/>
              <a:t>12. How does energy production per capita vary across countries?</a:t>
            </a:r>
            <a:endParaRPr sz="1800" b="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C5E9CCE-3281-2318-33CE-3708C8FE5CA8}"/>
              </a:ext>
            </a:extLst>
          </p:cNvPr>
          <p:cNvPicPr>
            <a:picLocks noChangeAspect="1"/>
          </p:cNvPicPr>
          <p:nvPr/>
        </p:nvPicPr>
        <p:blipFill>
          <a:blip r:embed="rId3"/>
          <a:stretch>
            <a:fillRect/>
          </a:stretch>
        </p:blipFill>
        <p:spPr>
          <a:xfrm>
            <a:off x="4437247" y="3479661"/>
            <a:ext cx="2469604" cy="1400347"/>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C35A0098-CBB6-EF50-3952-C8982DC673F0}"/>
              </a:ext>
            </a:extLst>
          </p:cNvPr>
          <p:cNvPicPr>
            <a:picLocks noChangeAspect="1"/>
          </p:cNvPicPr>
          <p:nvPr/>
        </p:nvPicPr>
        <p:blipFill>
          <a:blip r:embed="rId4"/>
          <a:stretch>
            <a:fillRect/>
          </a:stretch>
        </p:blipFill>
        <p:spPr>
          <a:xfrm>
            <a:off x="999626" y="1115500"/>
            <a:ext cx="7144747" cy="2286319"/>
          </a:xfrm>
          <a:prstGeom prst="rect">
            <a:avLst/>
          </a:prstGeom>
        </p:spPr>
      </p:pic>
      <p:pic>
        <p:nvPicPr>
          <p:cNvPr id="2" name="Picture 1">
            <a:extLst>
              <a:ext uri="{FF2B5EF4-FFF2-40B4-BE49-F238E27FC236}">
                <a16:creationId xmlns:a16="http://schemas.microsoft.com/office/drawing/2014/main" id="{DFF8C8FF-1A6C-5993-0E2E-75DDA9EFF012}"/>
              </a:ext>
            </a:extLst>
          </p:cNvPr>
          <p:cNvPicPr>
            <a:picLocks noChangeAspect="1"/>
          </p:cNvPicPr>
          <p:nvPr/>
        </p:nvPicPr>
        <p:blipFill>
          <a:blip r:embed="rId5"/>
          <a:stretch>
            <a:fillRect/>
          </a:stretch>
        </p:blipFill>
        <p:spPr>
          <a:xfrm>
            <a:off x="0" y="4771655"/>
            <a:ext cx="1473203" cy="344241"/>
          </a:xfrm>
          <a:prstGeom prst="rect">
            <a:avLst/>
          </a:prstGeom>
        </p:spPr>
      </p:pic>
    </p:spTree>
    <p:extLst>
      <p:ext uri="{BB962C8B-B14F-4D97-AF65-F5344CB8AC3E}">
        <p14:creationId xmlns:p14="http://schemas.microsoft.com/office/powerpoint/2010/main" val="3203515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85D7F896-CFDC-3669-ECA8-FDD1DE1E21C3}"/>
            </a:ext>
          </a:extLst>
        </p:cNvPr>
        <p:cNvGrpSpPr/>
        <p:nvPr/>
      </p:nvGrpSpPr>
      <p:grpSpPr>
        <a:xfrm>
          <a:off x="0" y="0"/>
          <a:ext cx="0" cy="0"/>
          <a:chOff x="0" y="0"/>
          <a:chExt cx="0" cy="0"/>
        </a:xfrm>
      </p:grpSpPr>
      <p:sp>
        <p:nvSpPr>
          <p:cNvPr id="404" name="Google Shape;404;p29">
            <a:extLst>
              <a:ext uri="{FF2B5EF4-FFF2-40B4-BE49-F238E27FC236}">
                <a16:creationId xmlns:a16="http://schemas.microsoft.com/office/drawing/2014/main" id="{4B739485-C76C-9ED3-89BB-D74AB5EA7FC1}"/>
              </a:ext>
            </a:extLst>
          </p:cNvPr>
          <p:cNvSpPr txBox="1">
            <a:spLocks noGrp="1"/>
          </p:cNvSpPr>
          <p:nvPr>
            <p:ph type="title"/>
          </p:nvPr>
        </p:nvSpPr>
        <p:spPr>
          <a:xfrm>
            <a:off x="713224" y="539500"/>
            <a:ext cx="8301683" cy="576000"/>
          </a:xfrm>
          <a:prstGeom prst="rect">
            <a:avLst/>
          </a:prstGeom>
        </p:spPr>
        <p:txBody>
          <a:bodyPr spcFirstLastPara="1" wrap="square" lIns="91425" tIns="91425" rIns="91425" bIns="91425" anchor="t" anchorCtr="0">
            <a:noAutofit/>
          </a:bodyPr>
          <a:lstStyle/>
          <a:p>
            <a:pPr lvl="0"/>
            <a:r>
              <a:rPr lang="en-US" sz="1800" b="0" dirty="0"/>
              <a:t>13 . Which countries have the highest energy consumption relative to GDP?</a:t>
            </a:r>
            <a:endParaRPr sz="1800" b="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161A7D9-8776-A143-4941-D2B828A7C6EF}"/>
              </a:ext>
            </a:extLst>
          </p:cNvPr>
          <p:cNvPicPr>
            <a:picLocks noChangeAspect="1"/>
          </p:cNvPicPr>
          <p:nvPr/>
        </p:nvPicPr>
        <p:blipFill>
          <a:blip r:embed="rId3"/>
          <a:stretch>
            <a:fillRect/>
          </a:stretch>
        </p:blipFill>
        <p:spPr>
          <a:xfrm>
            <a:off x="4064742" y="3426969"/>
            <a:ext cx="3664441" cy="1501165"/>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58227584-36EF-5B05-9DB7-F4D22944FCDC}"/>
              </a:ext>
            </a:extLst>
          </p:cNvPr>
          <p:cNvPicPr>
            <a:picLocks noChangeAspect="1"/>
          </p:cNvPicPr>
          <p:nvPr/>
        </p:nvPicPr>
        <p:blipFill>
          <a:blip r:embed="rId4"/>
          <a:stretch>
            <a:fillRect/>
          </a:stretch>
        </p:blipFill>
        <p:spPr>
          <a:xfrm>
            <a:off x="1020849" y="1510406"/>
            <a:ext cx="5725324" cy="1305107"/>
          </a:xfrm>
          <a:prstGeom prst="rect">
            <a:avLst/>
          </a:prstGeom>
        </p:spPr>
      </p:pic>
      <p:pic>
        <p:nvPicPr>
          <p:cNvPr id="2" name="Picture 1">
            <a:extLst>
              <a:ext uri="{FF2B5EF4-FFF2-40B4-BE49-F238E27FC236}">
                <a16:creationId xmlns:a16="http://schemas.microsoft.com/office/drawing/2014/main" id="{F4B833D3-83F2-CC78-F82A-90A538F08175}"/>
              </a:ext>
            </a:extLst>
          </p:cNvPr>
          <p:cNvPicPr>
            <a:picLocks noChangeAspect="1"/>
          </p:cNvPicPr>
          <p:nvPr/>
        </p:nvPicPr>
        <p:blipFill>
          <a:blip r:embed="rId5"/>
          <a:stretch>
            <a:fillRect/>
          </a:stretch>
        </p:blipFill>
        <p:spPr>
          <a:xfrm>
            <a:off x="0" y="4771655"/>
            <a:ext cx="1473203" cy="344241"/>
          </a:xfrm>
          <a:prstGeom prst="rect">
            <a:avLst/>
          </a:prstGeom>
        </p:spPr>
      </p:pic>
    </p:spTree>
    <p:extLst>
      <p:ext uri="{BB962C8B-B14F-4D97-AF65-F5344CB8AC3E}">
        <p14:creationId xmlns:p14="http://schemas.microsoft.com/office/powerpoint/2010/main" val="305545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2228DFFE-6DE6-3565-40F8-F2FD7830156B}"/>
            </a:ext>
          </a:extLst>
        </p:cNvPr>
        <p:cNvGrpSpPr/>
        <p:nvPr/>
      </p:nvGrpSpPr>
      <p:grpSpPr>
        <a:xfrm>
          <a:off x="0" y="0"/>
          <a:ext cx="0" cy="0"/>
          <a:chOff x="0" y="0"/>
          <a:chExt cx="0" cy="0"/>
        </a:xfrm>
      </p:grpSpPr>
      <p:sp>
        <p:nvSpPr>
          <p:cNvPr id="404" name="Google Shape;404;p29">
            <a:extLst>
              <a:ext uri="{FF2B5EF4-FFF2-40B4-BE49-F238E27FC236}">
                <a16:creationId xmlns:a16="http://schemas.microsoft.com/office/drawing/2014/main" id="{562B0A20-6CF5-369F-D960-64CF617AD903}"/>
              </a:ext>
            </a:extLst>
          </p:cNvPr>
          <p:cNvSpPr txBox="1">
            <a:spLocks noGrp="1"/>
          </p:cNvSpPr>
          <p:nvPr>
            <p:ph type="title"/>
          </p:nvPr>
        </p:nvSpPr>
        <p:spPr>
          <a:xfrm>
            <a:off x="563078" y="293859"/>
            <a:ext cx="8301683" cy="576000"/>
          </a:xfrm>
          <a:prstGeom prst="rect">
            <a:avLst/>
          </a:prstGeom>
        </p:spPr>
        <p:txBody>
          <a:bodyPr spcFirstLastPara="1" wrap="square" lIns="91425" tIns="91425" rIns="91425" bIns="91425" anchor="t" anchorCtr="0">
            <a:noAutofit/>
          </a:bodyPr>
          <a:lstStyle/>
          <a:p>
            <a:pPr lvl="0"/>
            <a:r>
              <a:rPr lang="en-US" sz="1800" b="0" dirty="0"/>
              <a:t>14. What is the correlation between GDP growth and energy production growth?</a:t>
            </a:r>
            <a:endParaRPr sz="1800" b="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4C4B863-10DB-6980-0AE7-4298F3432F4C}"/>
              </a:ext>
            </a:extLst>
          </p:cNvPr>
          <p:cNvPicPr>
            <a:picLocks noChangeAspect="1"/>
          </p:cNvPicPr>
          <p:nvPr/>
        </p:nvPicPr>
        <p:blipFill>
          <a:blip r:embed="rId3"/>
          <a:stretch>
            <a:fillRect/>
          </a:stretch>
        </p:blipFill>
        <p:spPr>
          <a:xfrm>
            <a:off x="932941" y="1009432"/>
            <a:ext cx="7278116" cy="3124636"/>
          </a:xfrm>
          <a:prstGeom prst="rect">
            <a:avLst/>
          </a:prstGeom>
        </p:spPr>
      </p:pic>
      <p:pic>
        <p:nvPicPr>
          <p:cNvPr id="3" name="Picture 2">
            <a:extLst>
              <a:ext uri="{FF2B5EF4-FFF2-40B4-BE49-F238E27FC236}">
                <a16:creationId xmlns:a16="http://schemas.microsoft.com/office/drawing/2014/main" id="{3B9C46B0-27D0-5919-0470-EC077012E107}"/>
              </a:ext>
            </a:extLst>
          </p:cNvPr>
          <p:cNvPicPr>
            <a:picLocks noChangeAspect="1"/>
          </p:cNvPicPr>
          <p:nvPr/>
        </p:nvPicPr>
        <p:blipFill>
          <a:blip r:embed="rId4"/>
          <a:stretch>
            <a:fillRect/>
          </a:stretch>
        </p:blipFill>
        <p:spPr>
          <a:xfrm>
            <a:off x="4571999" y="3751993"/>
            <a:ext cx="2889643" cy="1391507"/>
          </a:xfrm>
          <a:prstGeom prst="rect">
            <a:avLst/>
          </a:prstGeom>
          <a:ln>
            <a:noFill/>
          </a:ln>
          <a:effectLst>
            <a:outerShdw blurRad="292100" dist="139700" dir="2700000" algn="tl" rotWithShape="0">
              <a:srgbClr val="333333">
                <a:alpha val="65000"/>
              </a:srgbClr>
            </a:outerShdw>
          </a:effectLst>
        </p:spPr>
      </p:pic>
      <p:pic>
        <p:nvPicPr>
          <p:cNvPr id="2" name="Picture 1">
            <a:extLst>
              <a:ext uri="{FF2B5EF4-FFF2-40B4-BE49-F238E27FC236}">
                <a16:creationId xmlns:a16="http://schemas.microsoft.com/office/drawing/2014/main" id="{2FACF95D-6384-A65B-90C5-006DB5A267B0}"/>
              </a:ext>
            </a:extLst>
          </p:cNvPr>
          <p:cNvPicPr>
            <a:picLocks noChangeAspect="1"/>
          </p:cNvPicPr>
          <p:nvPr/>
        </p:nvPicPr>
        <p:blipFill>
          <a:blip r:embed="rId5"/>
          <a:stretch>
            <a:fillRect/>
          </a:stretch>
        </p:blipFill>
        <p:spPr>
          <a:xfrm>
            <a:off x="0" y="4771655"/>
            <a:ext cx="1473203" cy="344241"/>
          </a:xfrm>
          <a:prstGeom prst="rect">
            <a:avLst/>
          </a:prstGeom>
        </p:spPr>
      </p:pic>
    </p:spTree>
    <p:extLst>
      <p:ext uri="{BB962C8B-B14F-4D97-AF65-F5344CB8AC3E}">
        <p14:creationId xmlns:p14="http://schemas.microsoft.com/office/powerpoint/2010/main" val="4229677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862A29B9-6125-31D4-E09E-CDBE5116E9ED}"/>
            </a:ext>
          </a:extLst>
        </p:cNvPr>
        <p:cNvGrpSpPr/>
        <p:nvPr/>
      </p:nvGrpSpPr>
      <p:grpSpPr>
        <a:xfrm>
          <a:off x="0" y="0"/>
          <a:ext cx="0" cy="0"/>
          <a:chOff x="0" y="0"/>
          <a:chExt cx="0" cy="0"/>
        </a:xfrm>
      </p:grpSpPr>
      <p:sp>
        <p:nvSpPr>
          <p:cNvPr id="404" name="Google Shape;404;p29">
            <a:extLst>
              <a:ext uri="{FF2B5EF4-FFF2-40B4-BE49-F238E27FC236}">
                <a16:creationId xmlns:a16="http://schemas.microsoft.com/office/drawing/2014/main" id="{B40DA37F-C486-D23F-79C6-43EEFA88F67A}"/>
              </a:ext>
            </a:extLst>
          </p:cNvPr>
          <p:cNvSpPr txBox="1">
            <a:spLocks noGrp="1"/>
          </p:cNvSpPr>
          <p:nvPr>
            <p:ph type="title"/>
          </p:nvPr>
        </p:nvSpPr>
        <p:spPr>
          <a:xfrm>
            <a:off x="713224" y="539500"/>
            <a:ext cx="8301683" cy="576000"/>
          </a:xfrm>
          <a:prstGeom prst="rect">
            <a:avLst/>
          </a:prstGeom>
        </p:spPr>
        <p:txBody>
          <a:bodyPr spcFirstLastPara="1" wrap="square" lIns="91425" tIns="91425" rIns="91425" bIns="91425" anchor="t" anchorCtr="0">
            <a:noAutofit/>
          </a:bodyPr>
          <a:lstStyle/>
          <a:p>
            <a:pPr lvl="0"/>
            <a:r>
              <a:rPr lang="en-US" sz="1800" b="0" dirty="0"/>
              <a:t>15. What are the top 10 countries by population and how do their emissions compare?</a:t>
            </a:r>
            <a:endParaRPr sz="1800" b="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4F94825-2367-8862-CACC-9456F7B5CFBE}"/>
              </a:ext>
            </a:extLst>
          </p:cNvPr>
          <p:cNvPicPr>
            <a:picLocks noChangeAspect="1"/>
          </p:cNvPicPr>
          <p:nvPr/>
        </p:nvPicPr>
        <p:blipFill>
          <a:blip r:embed="rId3"/>
          <a:stretch>
            <a:fillRect/>
          </a:stretch>
        </p:blipFill>
        <p:spPr>
          <a:xfrm>
            <a:off x="6501833" y="3079627"/>
            <a:ext cx="2229161" cy="1971950"/>
          </a:xfrm>
          <a:prstGeom prst="rect">
            <a:avLst/>
          </a:prstGeom>
        </p:spPr>
      </p:pic>
      <p:pic>
        <p:nvPicPr>
          <p:cNvPr id="2" name="Picture 1">
            <a:extLst>
              <a:ext uri="{FF2B5EF4-FFF2-40B4-BE49-F238E27FC236}">
                <a16:creationId xmlns:a16="http://schemas.microsoft.com/office/drawing/2014/main" id="{63E0AAF9-3155-EB2A-54D6-0AF365FD9638}"/>
              </a:ext>
            </a:extLst>
          </p:cNvPr>
          <p:cNvPicPr>
            <a:picLocks noChangeAspect="1"/>
          </p:cNvPicPr>
          <p:nvPr/>
        </p:nvPicPr>
        <p:blipFill>
          <a:blip r:embed="rId4"/>
          <a:stretch>
            <a:fillRect/>
          </a:stretch>
        </p:blipFill>
        <p:spPr>
          <a:xfrm>
            <a:off x="0" y="4771655"/>
            <a:ext cx="1473203" cy="344241"/>
          </a:xfrm>
          <a:prstGeom prst="rect">
            <a:avLst/>
          </a:prstGeom>
        </p:spPr>
      </p:pic>
      <p:pic>
        <p:nvPicPr>
          <p:cNvPr id="8" name="Picture 7">
            <a:extLst>
              <a:ext uri="{FF2B5EF4-FFF2-40B4-BE49-F238E27FC236}">
                <a16:creationId xmlns:a16="http://schemas.microsoft.com/office/drawing/2014/main" id="{7C74BA44-8592-3F4B-8B75-5E20C08B79F0}"/>
              </a:ext>
            </a:extLst>
          </p:cNvPr>
          <p:cNvPicPr>
            <a:picLocks noChangeAspect="1"/>
          </p:cNvPicPr>
          <p:nvPr/>
        </p:nvPicPr>
        <p:blipFill>
          <a:blip r:embed="rId5"/>
          <a:stretch>
            <a:fillRect/>
          </a:stretch>
        </p:blipFill>
        <p:spPr>
          <a:xfrm>
            <a:off x="853069" y="1285996"/>
            <a:ext cx="6125430" cy="1657581"/>
          </a:xfrm>
          <a:prstGeom prst="rect">
            <a:avLst/>
          </a:prstGeom>
        </p:spPr>
      </p:pic>
    </p:spTree>
    <p:extLst>
      <p:ext uri="{BB962C8B-B14F-4D97-AF65-F5344CB8AC3E}">
        <p14:creationId xmlns:p14="http://schemas.microsoft.com/office/powerpoint/2010/main" val="165021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1D563887-2962-6938-71DC-2CE9F998A3F1}"/>
            </a:ext>
          </a:extLst>
        </p:cNvPr>
        <p:cNvGrpSpPr/>
        <p:nvPr/>
      </p:nvGrpSpPr>
      <p:grpSpPr>
        <a:xfrm>
          <a:off x="0" y="0"/>
          <a:ext cx="0" cy="0"/>
          <a:chOff x="0" y="0"/>
          <a:chExt cx="0" cy="0"/>
        </a:xfrm>
      </p:grpSpPr>
      <p:sp>
        <p:nvSpPr>
          <p:cNvPr id="404" name="Google Shape;404;p29">
            <a:extLst>
              <a:ext uri="{FF2B5EF4-FFF2-40B4-BE49-F238E27FC236}">
                <a16:creationId xmlns:a16="http://schemas.microsoft.com/office/drawing/2014/main" id="{B0B8C680-4601-DED6-D87F-7EC729842528}"/>
              </a:ext>
            </a:extLst>
          </p:cNvPr>
          <p:cNvSpPr txBox="1">
            <a:spLocks noGrp="1"/>
          </p:cNvSpPr>
          <p:nvPr>
            <p:ph type="title"/>
          </p:nvPr>
        </p:nvSpPr>
        <p:spPr>
          <a:xfrm>
            <a:off x="480077" y="333487"/>
            <a:ext cx="8850323" cy="438628"/>
          </a:xfrm>
          <a:prstGeom prst="rect">
            <a:avLst/>
          </a:prstGeom>
        </p:spPr>
        <p:txBody>
          <a:bodyPr spcFirstLastPara="1" wrap="square" lIns="91425" tIns="91425" rIns="91425" bIns="91425" anchor="t" anchorCtr="0">
            <a:noAutofit/>
          </a:bodyPr>
          <a:lstStyle/>
          <a:p>
            <a:pPr lvl="0"/>
            <a:r>
              <a:rPr lang="en-US" sz="1800" b="0" dirty="0"/>
              <a:t>16. Which countries have improved (reduced) their per capita emissions the most over the last decade?</a:t>
            </a:r>
            <a:endParaRPr sz="1800" b="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BA67C254-578B-E15B-F4F2-8F7EF42A3C69}"/>
              </a:ext>
            </a:extLst>
          </p:cNvPr>
          <p:cNvPicPr>
            <a:picLocks noChangeAspect="1"/>
          </p:cNvPicPr>
          <p:nvPr/>
        </p:nvPicPr>
        <p:blipFill>
          <a:blip r:embed="rId3"/>
          <a:stretch>
            <a:fillRect/>
          </a:stretch>
        </p:blipFill>
        <p:spPr>
          <a:xfrm>
            <a:off x="0" y="4771655"/>
            <a:ext cx="1473203" cy="344241"/>
          </a:xfrm>
          <a:prstGeom prst="rect">
            <a:avLst/>
          </a:prstGeom>
        </p:spPr>
      </p:pic>
      <p:pic>
        <p:nvPicPr>
          <p:cNvPr id="7" name="Picture 6">
            <a:extLst>
              <a:ext uri="{FF2B5EF4-FFF2-40B4-BE49-F238E27FC236}">
                <a16:creationId xmlns:a16="http://schemas.microsoft.com/office/drawing/2014/main" id="{123FF883-1457-429B-B512-D1FCFADB4927}"/>
              </a:ext>
            </a:extLst>
          </p:cNvPr>
          <p:cNvPicPr>
            <a:picLocks noChangeAspect="1"/>
          </p:cNvPicPr>
          <p:nvPr/>
        </p:nvPicPr>
        <p:blipFill>
          <a:blip r:embed="rId4"/>
          <a:stretch>
            <a:fillRect/>
          </a:stretch>
        </p:blipFill>
        <p:spPr>
          <a:xfrm>
            <a:off x="641119" y="924311"/>
            <a:ext cx="5515745" cy="2657846"/>
          </a:xfrm>
          <a:prstGeom prst="rect">
            <a:avLst/>
          </a:prstGeom>
        </p:spPr>
      </p:pic>
      <p:pic>
        <p:nvPicPr>
          <p:cNvPr id="5" name="Picture 4">
            <a:extLst>
              <a:ext uri="{FF2B5EF4-FFF2-40B4-BE49-F238E27FC236}">
                <a16:creationId xmlns:a16="http://schemas.microsoft.com/office/drawing/2014/main" id="{6A3B8390-6BE9-9895-3238-2A1EF9BD6DC8}"/>
              </a:ext>
            </a:extLst>
          </p:cNvPr>
          <p:cNvPicPr>
            <a:picLocks noChangeAspect="1"/>
          </p:cNvPicPr>
          <p:nvPr/>
        </p:nvPicPr>
        <p:blipFill>
          <a:blip r:embed="rId5"/>
          <a:stretch>
            <a:fillRect/>
          </a:stretch>
        </p:blipFill>
        <p:spPr>
          <a:xfrm>
            <a:off x="5303264" y="3410036"/>
            <a:ext cx="3658111" cy="1533739"/>
          </a:xfrm>
          <a:prstGeom prst="rect">
            <a:avLst/>
          </a:prstGeom>
        </p:spPr>
      </p:pic>
    </p:spTree>
    <p:extLst>
      <p:ext uri="{BB962C8B-B14F-4D97-AF65-F5344CB8AC3E}">
        <p14:creationId xmlns:p14="http://schemas.microsoft.com/office/powerpoint/2010/main" val="1040747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CF79D86F-4E8C-ACBB-C557-EF1F21931CE5}"/>
            </a:ext>
          </a:extLst>
        </p:cNvPr>
        <p:cNvGrpSpPr/>
        <p:nvPr/>
      </p:nvGrpSpPr>
      <p:grpSpPr>
        <a:xfrm>
          <a:off x="0" y="0"/>
          <a:ext cx="0" cy="0"/>
          <a:chOff x="0" y="0"/>
          <a:chExt cx="0" cy="0"/>
        </a:xfrm>
      </p:grpSpPr>
      <p:sp>
        <p:nvSpPr>
          <p:cNvPr id="404" name="Google Shape;404;p29">
            <a:extLst>
              <a:ext uri="{FF2B5EF4-FFF2-40B4-BE49-F238E27FC236}">
                <a16:creationId xmlns:a16="http://schemas.microsoft.com/office/drawing/2014/main" id="{1FBF7C8D-CD66-0F41-A4D0-51FAC332DE00}"/>
              </a:ext>
            </a:extLst>
          </p:cNvPr>
          <p:cNvSpPr txBox="1">
            <a:spLocks noGrp="1"/>
          </p:cNvSpPr>
          <p:nvPr>
            <p:ph type="title"/>
          </p:nvPr>
        </p:nvSpPr>
        <p:spPr>
          <a:xfrm>
            <a:off x="713224" y="408792"/>
            <a:ext cx="8301683" cy="419547"/>
          </a:xfrm>
          <a:prstGeom prst="rect">
            <a:avLst/>
          </a:prstGeom>
        </p:spPr>
        <p:txBody>
          <a:bodyPr spcFirstLastPara="1" wrap="square" lIns="91425" tIns="91425" rIns="91425" bIns="91425" anchor="t" anchorCtr="0">
            <a:noAutofit/>
          </a:bodyPr>
          <a:lstStyle/>
          <a:p>
            <a:pPr lvl="0"/>
            <a:r>
              <a:rPr lang="en-US" sz="1800" b="0" dirty="0"/>
              <a:t>17. What is the global share (%) of emissions by country?</a:t>
            </a:r>
            <a:endParaRPr sz="1800" b="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8948839-245B-51E3-9BBB-2AE556CF7A15}"/>
              </a:ext>
            </a:extLst>
          </p:cNvPr>
          <p:cNvPicPr>
            <a:picLocks noChangeAspect="1"/>
          </p:cNvPicPr>
          <p:nvPr/>
        </p:nvPicPr>
        <p:blipFill>
          <a:blip r:embed="rId3"/>
          <a:stretch>
            <a:fillRect/>
          </a:stretch>
        </p:blipFill>
        <p:spPr>
          <a:xfrm>
            <a:off x="6147164" y="2571750"/>
            <a:ext cx="2710047" cy="2130977"/>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FBF5571D-4CF6-8B4F-B91A-E23F246F8B3F}"/>
              </a:ext>
            </a:extLst>
          </p:cNvPr>
          <p:cNvPicPr>
            <a:picLocks noChangeAspect="1"/>
          </p:cNvPicPr>
          <p:nvPr/>
        </p:nvPicPr>
        <p:blipFill>
          <a:blip r:embed="rId4"/>
          <a:stretch>
            <a:fillRect/>
          </a:stretch>
        </p:blipFill>
        <p:spPr>
          <a:xfrm>
            <a:off x="824231" y="828339"/>
            <a:ext cx="6677957" cy="1352739"/>
          </a:xfrm>
          <a:prstGeom prst="rect">
            <a:avLst/>
          </a:prstGeom>
        </p:spPr>
      </p:pic>
      <p:pic>
        <p:nvPicPr>
          <p:cNvPr id="2" name="Picture 1">
            <a:extLst>
              <a:ext uri="{FF2B5EF4-FFF2-40B4-BE49-F238E27FC236}">
                <a16:creationId xmlns:a16="http://schemas.microsoft.com/office/drawing/2014/main" id="{083E9C97-9167-82D3-30C4-DA9EE5B8127F}"/>
              </a:ext>
            </a:extLst>
          </p:cNvPr>
          <p:cNvPicPr>
            <a:picLocks noChangeAspect="1"/>
          </p:cNvPicPr>
          <p:nvPr/>
        </p:nvPicPr>
        <p:blipFill>
          <a:blip r:embed="rId5"/>
          <a:stretch>
            <a:fillRect/>
          </a:stretch>
        </p:blipFill>
        <p:spPr>
          <a:xfrm>
            <a:off x="0" y="4771655"/>
            <a:ext cx="1473203" cy="344241"/>
          </a:xfrm>
          <a:prstGeom prst="rect">
            <a:avLst/>
          </a:prstGeom>
        </p:spPr>
      </p:pic>
    </p:spTree>
    <p:extLst>
      <p:ext uri="{BB962C8B-B14F-4D97-AF65-F5344CB8AC3E}">
        <p14:creationId xmlns:p14="http://schemas.microsoft.com/office/powerpoint/2010/main" val="4090517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CF94FA60-AA1B-87D9-9C86-48E7C96B87AB}"/>
            </a:ext>
          </a:extLst>
        </p:cNvPr>
        <p:cNvGrpSpPr/>
        <p:nvPr/>
      </p:nvGrpSpPr>
      <p:grpSpPr>
        <a:xfrm>
          <a:off x="0" y="0"/>
          <a:ext cx="0" cy="0"/>
          <a:chOff x="0" y="0"/>
          <a:chExt cx="0" cy="0"/>
        </a:xfrm>
      </p:grpSpPr>
      <p:sp>
        <p:nvSpPr>
          <p:cNvPr id="404" name="Google Shape;404;p29">
            <a:extLst>
              <a:ext uri="{FF2B5EF4-FFF2-40B4-BE49-F238E27FC236}">
                <a16:creationId xmlns:a16="http://schemas.microsoft.com/office/drawing/2014/main" id="{90860E53-BBCA-5FA6-9418-56EE52B10A16}"/>
              </a:ext>
            </a:extLst>
          </p:cNvPr>
          <p:cNvSpPr txBox="1">
            <a:spLocks noGrp="1"/>
          </p:cNvSpPr>
          <p:nvPr>
            <p:ph type="title"/>
          </p:nvPr>
        </p:nvSpPr>
        <p:spPr>
          <a:xfrm>
            <a:off x="842317" y="406150"/>
            <a:ext cx="8301683" cy="576000"/>
          </a:xfrm>
          <a:prstGeom prst="rect">
            <a:avLst/>
          </a:prstGeom>
        </p:spPr>
        <p:txBody>
          <a:bodyPr spcFirstLastPara="1" wrap="square" lIns="91425" tIns="91425" rIns="91425" bIns="91425" anchor="t" anchorCtr="0">
            <a:noAutofit/>
          </a:bodyPr>
          <a:lstStyle/>
          <a:p>
            <a:pPr lvl="0"/>
            <a:r>
              <a:rPr lang="en-US" sz="1800" b="0" dirty="0"/>
              <a:t>18. What is the global average GDP, emission, and population by year?</a:t>
            </a:r>
            <a:endParaRPr sz="1800" b="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4DD512B-9CD3-EF22-793A-3898D9DA847B}"/>
              </a:ext>
            </a:extLst>
          </p:cNvPr>
          <p:cNvPicPr>
            <a:picLocks noChangeAspect="1"/>
          </p:cNvPicPr>
          <p:nvPr/>
        </p:nvPicPr>
        <p:blipFill>
          <a:blip r:embed="rId3"/>
          <a:stretch>
            <a:fillRect/>
          </a:stretch>
        </p:blipFill>
        <p:spPr>
          <a:xfrm>
            <a:off x="0" y="4771655"/>
            <a:ext cx="1473203" cy="344241"/>
          </a:xfrm>
          <a:prstGeom prst="rect">
            <a:avLst/>
          </a:prstGeom>
        </p:spPr>
      </p:pic>
      <p:pic>
        <p:nvPicPr>
          <p:cNvPr id="8" name="Picture 7">
            <a:extLst>
              <a:ext uri="{FF2B5EF4-FFF2-40B4-BE49-F238E27FC236}">
                <a16:creationId xmlns:a16="http://schemas.microsoft.com/office/drawing/2014/main" id="{ECA64A5A-9A55-134A-5D71-F4B30732CEFF}"/>
              </a:ext>
            </a:extLst>
          </p:cNvPr>
          <p:cNvPicPr>
            <a:picLocks noChangeAspect="1"/>
          </p:cNvPicPr>
          <p:nvPr/>
        </p:nvPicPr>
        <p:blipFill>
          <a:blip r:embed="rId4"/>
          <a:stretch>
            <a:fillRect/>
          </a:stretch>
        </p:blipFill>
        <p:spPr>
          <a:xfrm>
            <a:off x="736601" y="826601"/>
            <a:ext cx="5678098" cy="2648119"/>
          </a:xfrm>
          <a:prstGeom prst="rect">
            <a:avLst/>
          </a:prstGeom>
        </p:spPr>
      </p:pic>
      <p:pic>
        <p:nvPicPr>
          <p:cNvPr id="5" name="Picture 4">
            <a:extLst>
              <a:ext uri="{FF2B5EF4-FFF2-40B4-BE49-F238E27FC236}">
                <a16:creationId xmlns:a16="http://schemas.microsoft.com/office/drawing/2014/main" id="{BE4F3163-4A5A-D801-8663-871B9DF9503C}"/>
              </a:ext>
            </a:extLst>
          </p:cNvPr>
          <p:cNvPicPr>
            <a:picLocks noChangeAspect="1"/>
          </p:cNvPicPr>
          <p:nvPr/>
        </p:nvPicPr>
        <p:blipFill>
          <a:blip r:embed="rId5"/>
          <a:stretch>
            <a:fillRect/>
          </a:stretch>
        </p:blipFill>
        <p:spPr>
          <a:xfrm>
            <a:off x="4434747" y="3157191"/>
            <a:ext cx="4534533" cy="1819529"/>
          </a:xfrm>
          <a:prstGeom prst="rect">
            <a:avLst/>
          </a:prstGeom>
        </p:spPr>
      </p:pic>
    </p:spTree>
    <p:extLst>
      <p:ext uri="{BB962C8B-B14F-4D97-AF65-F5344CB8AC3E}">
        <p14:creationId xmlns:p14="http://schemas.microsoft.com/office/powerpoint/2010/main" val="32821030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D8C01A5-F5A3-F815-C6C5-55375C7BFC4F}"/>
              </a:ext>
            </a:extLst>
          </p:cNvPr>
          <p:cNvSpPr txBox="1"/>
          <p:nvPr/>
        </p:nvSpPr>
        <p:spPr>
          <a:xfrm>
            <a:off x="419100" y="790575"/>
            <a:ext cx="8181975" cy="2031325"/>
          </a:xfrm>
          <a:prstGeom prst="rect">
            <a:avLst/>
          </a:prstGeom>
          <a:noFill/>
        </p:spPr>
        <p:txBody>
          <a:bodyPr wrap="square">
            <a:spAutoFit/>
          </a:bodyPr>
          <a:lstStyle/>
          <a:p>
            <a:pPr>
              <a:buNone/>
            </a:pPr>
            <a:r>
              <a:rPr lang="en-US" dirty="0"/>
              <a:t>We discovered that energy, economy, and environment are deeply connected, influencing one another in every watt consumed and every emission released.</a:t>
            </a:r>
          </a:p>
          <a:p>
            <a:pPr>
              <a:buNone/>
            </a:pPr>
            <a:endParaRPr lang="en-US" dirty="0"/>
          </a:p>
          <a:p>
            <a:pPr>
              <a:buNone/>
            </a:pPr>
            <a:r>
              <a:rPr lang="en-US" dirty="0"/>
              <a:t>By harnessing </a:t>
            </a:r>
            <a:r>
              <a:rPr lang="en-US" b="1" dirty="0"/>
              <a:t>MySQL</a:t>
            </a:r>
            <a:r>
              <a:rPr lang="en-US" dirty="0"/>
              <a:t> and </a:t>
            </a:r>
            <a:r>
              <a:rPr lang="en-US" b="1" dirty="0"/>
              <a:t>Python</a:t>
            </a:r>
            <a:r>
              <a:rPr lang="en-US" dirty="0"/>
              <a:t>, we turned raw data into meaningful insights — identifying key contributors to emissions, efficiency trends, and global energy disparities.</a:t>
            </a:r>
          </a:p>
          <a:p>
            <a:pPr>
              <a:buNone/>
            </a:pPr>
            <a:endParaRPr lang="en-US" dirty="0"/>
          </a:p>
          <a:p>
            <a:pPr>
              <a:buNone/>
            </a:pPr>
            <a:r>
              <a:rPr lang="en-US" dirty="0"/>
              <a:t>Ultimately, this analysis reminds us that sustainable growth is not just a choice — it’s a necessity. The future belongs to those who can transform data into action, and energy into opportunity for a cleaner, balanced planet.”</a:t>
            </a:r>
          </a:p>
        </p:txBody>
      </p:sp>
      <p:sp>
        <p:nvSpPr>
          <p:cNvPr id="17" name="TextBox 16">
            <a:extLst>
              <a:ext uri="{FF2B5EF4-FFF2-40B4-BE49-F238E27FC236}">
                <a16:creationId xmlns:a16="http://schemas.microsoft.com/office/drawing/2014/main" id="{E7F81BD7-7B37-DFFD-2F57-AD954E769AD1}"/>
              </a:ext>
            </a:extLst>
          </p:cNvPr>
          <p:cNvSpPr txBox="1"/>
          <p:nvPr/>
        </p:nvSpPr>
        <p:spPr>
          <a:xfrm>
            <a:off x="419100" y="400705"/>
            <a:ext cx="5398293" cy="369332"/>
          </a:xfrm>
          <a:prstGeom prst="rect">
            <a:avLst/>
          </a:prstGeom>
          <a:noFill/>
        </p:spPr>
        <p:txBody>
          <a:bodyPr wrap="square">
            <a:spAutoFit/>
          </a:bodyPr>
          <a:lstStyle/>
          <a:p>
            <a:r>
              <a:rPr lang="en-US" sz="1800" b="1" dirty="0"/>
              <a:t>Conclusion :</a:t>
            </a:r>
            <a:endParaRPr lang="en-IN" sz="1800" b="1" dirty="0"/>
          </a:p>
        </p:txBody>
      </p:sp>
    </p:spTree>
    <p:extLst>
      <p:ext uri="{BB962C8B-B14F-4D97-AF65-F5344CB8AC3E}">
        <p14:creationId xmlns:p14="http://schemas.microsoft.com/office/powerpoint/2010/main" val="15711388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09B246E8-69EA-D9BD-1C9D-0009E6BFBD9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999B8EB-2CDC-3B7A-DCE2-CA74FB40E7FD}"/>
              </a:ext>
            </a:extLst>
          </p:cNvPr>
          <p:cNvPicPr>
            <a:picLocks noChangeAspect="1"/>
          </p:cNvPicPr>
          <p:nvPr/>
        </p:nvPicPr>
        <p:blipFill>
          <a:blip r:embed="rId3"/>
          <a:stretch>
            <a:fillRect/>
          </a:stretch>
        </p:blipFill>
        <p:spPr>
          <a:xfrm>
            <a:off x="0" y="4771655"/>
            <a:ext cx="1473203" cy="344241"/>
          </a:xfrm>
          <a:prstGeom prst="rect">
            <a:avLst/>
          </a:prstGeom>
        </p:spPr>
      </p:pic>
      <p:grpSp>
        <p:nvGrpSpPr>
          <p:cNvPr id="8" name="Google Shape;482;p34">
            <a:extLst>
              <a:ext uri="{FF2B5EF4-FFF2-40B4-BE49-F238E27FC236}">
                <a16:creationId xmlns:a16="http://schemas.microsoft.com/office/drawing/2014/main" id="{91DC9378-FDC6-D219-13FF-B393AE1A587E}"/>
              </a:ext>
            </a:extLst>
          </p:cNvPr>
          <p:cNvGrpSpPr/>
          <p:nvPr/>
        </p:nvGrpSpPr>
        <p:grpSpPr>
          <a:xfrm>
            <a:off x="195571" y="1863637"/>
            <a:ext cx="1744011" cy="2798600"/>
            <a:chOff x="1004629" y="1582000"/>
            <a:chExt cx="1744011" cy="2798600"/>
          </a:xfrm>
        </p:grpSpPr>
        <p:sp>
          <p:nvSpPr>
            <p:cNvPr id="9" name="Google Shape;483;p34">
              <a:extLst>
                <a:ext uri="{FF2B5EF4-FFF2-40B4-BE49-F238E27FC236}">
                  <a16:creationId xmlns:a16="http://schemas.microsoft.com/office/drawing/2014/main" id="{65B2BB52-808D-0EE6-5BE6-E54223EC68F0}"/>
                </a:ext>
              </a:extLst>
            </p:cNvPr>
            <p:cNvSpPr/>
            <p:nvPr/>
          </p:nvSpPr>
          <p:spPr>
            <a:xfrm>
              <a:off x="2475483" y="1592506"/>
              <a:ext cx="101121" cy="558144"/>
            </a:xfrm>
            <a:custGeom>
              <a:avLst/>
              <a:gdLst/>
              <a:ahLst/>
              <a:cxnLst/>
              <a:rect l="l" t="t" r="r" b="b"/>
              <a:pathLst>
                <a:path w="154" h="850" extrusionOk="0">
                  <a:moveTo>
                    <a:pt x="154" y="248"/>
                  </a:moveTo>
                  <a:lnTo>
                    <a:pt x="154" y="248"/>
                  </a:lnTo>
                  <a:cubicBezTo>
                    <a:pt x="123" y="31"/>
                    <a:pt x="123" y="31"/>
                    <a:pt x="123" y="31"/>
                  </a:cubicBezTo>
                  <a:cubicBezTo>
                    <a:pt x="123" y="15"/>
                    <a:pt x="108" y="0"/>
                    <a:pt x="92" y="0"/>
                  </a:cubicBezTo>
                  <a:cubicBezTo>
                    <a:pt x="46" y="0"/>
                    <a:pt x="46" y="0"/>
                    <a:pt x="46" y="0"/>
                  </a:cubicBezTo>
                  <a:cubicBezTo>
                    <a:pt x="31" y="0"/>
                    <a:pt x="14" y="15"/>
                    <a:pt x="14" y="31"/>
                  </a:cubicBezTo>
                  <a:cubicBezTo>
                    <a:pt x="0" y="248"/>
                    <a:pt x="0" y="248"/>
                    <a:pt x="0" y="248"/>
                  </a:cubicBezTo>
                  <a:lnTo>
                    <a:pt x="0" y="263"/>
                  </a:lnTo>
                  <a:cubicBezTo>
                    <a:pt x="0" y="788"/>
                    <a:pt x="0" y="788"/>
                    <a:pt x="0" y="788"/>
                  </a:cubicBezTo>
                  <a:cubicBezTo>
                    <a:pt x="0" y="819"/>
                    <a:pt x="46" y="850"/>
                    <a:pt x="77" y="850"/>
                  </a:cubicBezTo>
                  <a:cubicBezTo>
                    <a:pt x="123" y="850"/>
                    <a:pt x="154" y="819"/>
                    <a:pt x="154" y="788"/>
                  </a:cubicBezTo>
                  <a:cubicBezTo>
                    <a:pt x="154" y="263"/>
                    <a:pt x="154" y="263"/>
                    <a:pt x="154" y="263"/>
                  </a:cubicBezTo>
                  <a:lnTo>
                    <a:pt x="154" y="248"/>
                  </a:lnTo>
                  <a:close/>
                </a:path>
              </a:pathLst>
            </a:custGeom>
            <a:solidFill>
              <a:schemeClr val="accent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 name="Google Shape;484;p34">
              <a:extLst>
                <a:ext uri="{FF2B5EF4-FFF2-40B4-BE49-F238E27FC236}">
                  <a16:creationId xmlns:a16="http://schemas.microsoft.com/office/drawing/2014/main" id="{2832D973-4F94-CAA4-4B7E-A0BE7812329F}"/>
                </a:ext>
              </a:extLst>
            </p:cNvPr>
            <p:cNvSpPr/>
            <p:nvPr/>
          </p:nvSpPr>
          <p:spPr>
            <a:xfrm>
              <a:off x="2302789" y="1945122"/>
              <a:ext cx="445852" cy="2426285"/>
            </a:xfrm>
            <a:custGeom>
              <a:avLst/>
              <a:gdLst/>
              <a:ahLst/>
              <a:cxnLst/>
              <a:rect l="l" t="t" r="r" b="b"/>
              <a:pathLst>
                <a:path w="679" h="3695" extrusionOk="0">
                  <a:moveTo>
                    <a:pt x="679" y="1624"/>
                  </a:moveTo>
                  <a:lnTo>
                    <a:pt x="679" y="1624"/>
                  </a:lnTo>
                  <a:cubicBezTo>
                    <a:pt x="679" y="3680"/>
                    <a:pt x="540" y="3680"/>
                    <a:pt x="355" y="3695"/>
                  </a:cubicBezTo>
                  <a:cubicBezTo>
                    <a:pt x="154" y="3695"/>
                    <a:pt x="15" y="3695"/>
                    <a:pt x="0" y="1641"/>
                  </a:cubicBezTo>
                  <a:cubicBezTo>
                    <a:pt x="0" y="1332"/>
                    <a:pt x="31" y="977"/>
                    <a:pt x="108" y="715"/>
                  </a:cubicBezTo>
                  <a:cubicBezTo>
                    <a:pt x="123" y="607"/>
                    <a:pt x="200" y="65"/>
                    <a:pt x="200" y="65"/>
                  </a:cubicBezTo>
                  <a:cubicBezTo>
                    <a:pt x="200" y="34"/>
                    <a:pt x="231" y="3"/>
                    <a:pt x="263" y="3"/>
                  </a:cubicBezTo>
                  <a:cubicBezTo>
                    <a:pt x="402" y="3"/>
                    <a:pt x="402" y="3"/>
                    <a:pt x="402" y="3"/>
                  </a:cubicBezTo>
                  <a:cubicBezTo>
                    <a:pt x="433" y="-12"/>
                    <a:pt x="463" y="34"/>
                    <a:pt x="463" y="65"/>
                  </a:cubicBezTo>
                  <a:cubicBezTo>
                    <a:pt x="463" y="65"/>
                    <a:pt x="540" y="607"/>
                    <a:pt x="556" y="715"/>
                  </a:cubicBezTo>
                  <a:cubicBezTo>
                    <a:pt x="633" y="977"/>
                    <a:pt x="679" y="1317"/>
                    <a:pt x="679" y="1624"/>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 name="Google Shape;485;p34">
              <a:extLst>
                <a:ext uri="{FF2B5EF4-FFF2-40B4-BE49-F238E27FC236}">
                  <a16:creationId xmlns:a16="http://schemas.microsoft.com/office/drawing/2014/main" id="{54702C10-999F-E9AD-0390-5A3FAC233557}"/>
                </a:ext>
              </a:extLst>
            </p:cNvPr>
            <p:cNvSpPr/>
            <p:nvPr/>
          </p:nvSpPr>
          <p:spPr>
            <a:xfrm>
              <a:off x="2302789" y="2414620"/>
              <a:ext cx="445852" cy="1956787"/>
            </a:xfrm>
            <a:custGeom>
              <a:avLst/>
              <a:gdLst/>
              <a:ahLst/>
              <a:cxnLst/>
              <a:rect l="l" t="t" r="r" b="b"/>
              <a:pathLst>
                <a:path w="679" h="2980" extrusionOk="0">
                  <a:moveTo>
                    <a:pt x="679" y="909"/>
                  </a:moveTo>
                  <a:lnTo>
                    <a:pt x="679" y="909"/>
                  </a:lnTo>
                  <a:cubicBezTo>
                    <a:pt x="679" y="2965"/>
                    <a:pt x="540" y="2965"/>
                    <a:pt x="355" y="2980"/>
                  </a:cubicBezTo>
                  <a:cubicBezTo>
                    <a:pt x="154" y="2980"/>
                    <a:pt x="15" y="2980"/>
                    <a:pt x="0" y="926"/>
                  </a:cubicBezTo>
                  <a:cubicBezTo>
                    <a:pt x="0" y="617"/>
                    <a:pt x="31" y="262"/>
                    <a:pt x="108" y="0"/>
                  </a:cubicBezTo>
                  <a:cubicBezTo>
                    <a:pt x="556" y="0"/>
                    <a:pt x="556" y="0"/>
                    <a:pt x="556" y="0"/>
                  </a:cubicBezTo>
                  <a:cubicBezTo>
                    <a:pt x="633" y="262"/>
                    <a:pt x="679" y="602"/>
                    <a:pt x="679" y="909"/>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 name="Google Shape;486;p34">
              <a:extLst>
                <a:ext uri="{FF2B5EF4-FFF2-40B4-BE49-F238E27FC236}">
                  <a16:creationId xmlns:a16="http://schemas.microsoft.com/office/drawing/2014/main" id="{4F308B5B-F9E5-ECDA-08A5-8DCC0EF5C6A9}"/>
                </a:ext>
              </a:extLst>
            </p:cNvPr>
            <p:cNvSpPr/>
            <p:nvPr/>
          </p:nvSpPr>
          <p:spPr>
            <a:xfrm>
              <a:off x="2424266" y="2677276"/>
              <a:ext cx="202899" cy="1085426"/>
            </a:xfrm>
            <a:custGeom>
              <a:avLst/>
              <a:gdLst/>
              <a:ahLst/>
              <a:cxnLst/>
              <a:rect l="l" t="t" r="r" b="b"/>
              <a:pathLst>
                <a:path w="309" h="1653" extrusionOk="0">
                  <a:moveTo>
                    <a:pt x="309" y="1513"/>
                  </a:moveTo>
                  <a:lnTo>
                    <a:pt x="309" y="1513"/>
                  </a:lnTo>
                  <a:cubicBezTo>
                    <a:pt x="309" y="1590"/>
                    <a:pt x="263" y="1653"/>
                    <a:pt x="186" y="1653"/>
                  </a:cubicBezTo>
                  <a:cubicBezTo>
                    <a:pt x="140" y="1653"/>
                    <a:pt x="140" y="1653"/>
                    <a:pt x="140" y="1653"/>
                  </a:cubicBezTo>
                  <a:cubicBezTo>
                    <a:pt x="63" y="1653"/>
                    <a:pt x="0" y="1590"/>
                    <a:pt x="0" y="1513"/>
                  </a:cubicBezTo>
                  <a:cubicBezTo>
                    <a:pt x="0" y="140"/>
                    <a:pt x="0" y="140"/>
                    <a:pt x="0" y="140"/>
                  </a:cubicBezTo>
                  <a:cubicBezTo>
                    <a:pt x="0" y="62"/>
                    <a:pt x="46" y="0"/>
                    <a:pt x="124" y="0"/>
                  </a:cubicBezTo>
                  <a:cubicBezTo>
                    <a:pt x="170" y="0"/>
                    <a:pt x="170" y="0"/>
                    <a:pt x="170" y="0"/>
                  </a:cubicBezTo>
                  <a:cubicBezTo>
                    <a:pt x="248" y="0"/>
                    <a:pt x="309" y="62"/>
                    <a:pt x="309" y="140"/>
                  </a:cubicBezTo>
                  <a:lnTo>
                    <a:pt x="309" y="1513"/>
                  </a:ln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 name="Google Shape;487;p34">
              <a:extLst>
                <a:ext uri="{FF2B5EF4-FFF2-40B4-BE49-F238E27FC236}">
                  <a16:creationId xmlns:a16="http://schemas.microsoft.com/office/drawing/2014/main" id="{FF372797-2F90-CF6F-F283-1FB9083B5BF7}"/>
                </a:ext>
              </a:extLst>
            </p:cNvPr>
            <p:cNvSpPr/>
            <p:nvPr/>
          </p:nvSpPr>
          <p:spPr>
            <a:xfrm>
              <a:off x="2403910" y="2667426"/>
              <a:ext cx="243610" cy="1104468"/>
            </a:xfrm>
            <a:custGeom>
              <a:avLst/>
              <a:gdLst/>
              <a:ahLst/>
              <a:cxnLst/>
              <a:rect l="l" t="t" r="r" b="b"/>
              <a:pathLst>
                <a:path w="371" h="1682" extrusionOk="0">
                  <a:moveTo>
                    <a:pt x="46" y="1637"/>
                  </a:moveTo>
                  <a:lnTo>
                    <a:pt x="46" y="1637"/>
                  </a:lnTo>
                  <a:cubicBezTo>
                    <a:pt x="15" y="1605"/>
                    <a:pt x="0" y="1576"/>
                    <a:pt x="0" y="1528"/>
                  </a:cubicBezTo>
                  <a:cubicBezTo>
                    <a:pt x="0" y="155"/>
                    <a:pt x="0" y="155"/>
                    <a:pt x="0" y="155"/>
                  </a:cubicBezTo>
                  <a:cubicBezTo>
                    <a:pt x="0" y="63"/>
                    <a:pt x="63" y="0"/>
                    <a:pt x="155" y="0"/>
                  </a:cubicBezTo>
                  <a:cubicBezTo>
                    <a:pt x="201" y="0"/>
                    <a:pt x="201" y="0"/>
                    <a:pt x="201" y="0"/>
                  </a:cubicBezTo>
                  <a:cubicBezTo>
                    <a:pt x="294" y="0"/>
                    <a:pt x="371" y="63"/>
                    <a:pt x="371" y="155"/>
                  </a:cubicBezTo>
                  <a:cubicBezTo>
                    <a:pt x="371" y="1528"/>
                    <a:pt x="371" y="1528"/>
                    <a:pt x="371" y="1528"/>
                  </a:cubicBezTo>
                  <a:cubicBezTo>
                    <a:pt x="371" y="1622"/>
                    <a:pt x="309" y="1682"/>
                    <a:pt x="217" y="1682"/>
                  </a:cubicBezTo>
                  <a:cubicBezTo>
                    <a:pt x="171" y="1682"/>
                    <a:pt x="171" y="1682"/>
                    <a:pt x="171" y="1682"/>
                  </a:cubicBezTo>
                  <a:cubicBezTo>
                    <a:pt x="123" y="1682"/>
                    <a:pt x="77" y="1668"/>
                    <a:pt x="46" y="1637"/>
                  </a:cubicBezTo>
                  <a:moveTo>
                    <a:pt x="279" y="77"/>
                  </a:moveTo>
                  <a:lnTo>
                    <a:pt x="279" y="77"/>
                  </a:lnTo>
                  <a:cubicBezTo>
                    <a:pt x="263" y="63"/>
                    <a:pt x="232" y="46"/>
                    <a:pt x="201" y="46"/>
                  </a:cubicBezTo>
                  <a:cubicBezTo>
                    <a:pt x="155" y="46"/>
                    <a:pt x="155" y="46"/>
                    <a:pt x="155" y="46"/>
                  </a:cubicBezTo>
                  <a:cubicBezTo>
                    <a:pt x="94" y="46"/>
                    <a:pt x="46" y="94"/>
                    <a:pt x="46" y="155"/>
                  </a:cubicBezTo>
                  <a:cubicBezTo>
                    <a:pt x="63" y="1528"/>
                    <a:pt x="63" y="1528"/>
                    <a:pt x="63" y="1528"/>
                  </a:cubicBezTo>
                  <a:cubicBezTo>
                    <a:pt x="63" y="1591"/>
                    <a:pt x="109" y="1637"/>
                    <a:pt x="171" y="1637"/>
                  </a:cubicBezTo>
                  <a:cubicBezTo>
                    <a:pt x="217" y="1637"/>
                    <a:pt x="217" y="1637"/>
                    <a:pt x="217" y="1637"/>
                  </a:cubicBezTo>
                  <a:cubicBezTo>
                    <a:pt x="279" y="1637"/>
                    <a:pt x="325" y="1591"/>
                    <a:pt x="325" y="1528"/>
                  </a:cubicBezTo>
                  <a:cubicBezTo>
                    <a:pt x="309" y="155"/>
                    <a:pt x="309" y="155"/>
                    <a:pt x="309" y="155"/>
                  </a:cubicBezTo>
                  <a:cubicBezTo>
                    <a:pt x="309" y="123"/>
                    <a:pt x="294" y="94"/>
                    <a:pt x="279" y="77"/>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 name="Google Shape;488;p34">
              <a:extLst>
                <a:ext uri="{FF2B5EF4-FFF2-40B4-BE49-F238E27FC236}">
                  <a16:creationId xmlns:a16="http://schemas.microsoft.com/office/drawing/2014/main" id="{4834D3D8-4AF7-CC38-26BC-202324F4C0AF}"/>
                </a:ext>
              </a:extLst>
            </p:cNvPr>
            <p:cNvSpPr/>
            <p:nvPr/>
          </p:nvSpPr>
          <p:spPr>
            <a:xfrm>
              <a:off x="2475483" y="3630717"/>
              <a:ext cx="101121" cy="30205"/>
            </a:xfrm>
            <a:custGeom>
              <a:avLst/>
              <a:gdLst/>
              <a:ahLst/>
              <a:cxnLst/>
              <a:rect l="l" t="t" r="r" b="b"/>
              <a:pathLst>
                <a:path w="154" h="46" extrusionOk="0">
                  <a:moveTo>
                    <a:pt x="154" y="15"/>
                  </a:moveTo>
                  <a:lnTo>
                    <a:pt x="154" y="15"/>
                  </a:lnTo>
                  <a:cubicBezTo>
                    <a:pt x="154" y="30"/>
                    <a:pt x="139" y="46"/>
                    <a:pt x="139" y="46"/>
                  </a:cubicBezTo>
                  <a:cubicBezTo>
                    <a:pt x="14" y="46"/>
                    <a:pt x="14" y="46"/>
                    <a:pt x="14" y="46"/>
                  </a:cubicBezTo>
                  <a:cubicBezTo>
                    <a:pt x="0" y="46"/>
                    <a:pt x="0" y="30"/>
                    <a:pt x="0" y="15"/>
                  </a:cubicBezTo>
                  <a:lnTo>
                    <a:pt x="0" y="15"/>
                  </a:lnTo>
                  <a:cubicBezTo>
                    <a:pt x="0" y="15"/>
                    <a:pt x="0" y="0"/>
                    <a:pt x="14" y="0"/>
                  </a:cubicBezTo>
                  <a:cubicBezTo>
                    <a:pt x="139" y="0"/>
                    <a:pt x="139" y="0"/>
                    <a:pt x="139" y="0"/>
                  </a:cubicBezTo>
                  <a:lnTo>
                    <a:pt x="154" y="15"/>
                  </a:ln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 name="Google Shape;489;p34">
              <a:extLst>
                <a:ext uri="{FF2B5EF4-FFF2-40B4-BE49-F238E27FC236}">
                  <a16:creationId xmlns:a16="http://schemas.microsoft.com/office/drawing/2014/main" id="{9040EBE9-F647-E17E-7EA4-C37F7A236C80}"/>
                </a:ext>
              </a:extLst>
            </p:cNvPr>
            <p:cNvSpPr/>
            <p:nvPr/>
          </p:nvSpPr>
          <p:spPr>
            <a:xfrm>
              <a:off x="2475483" y="3528938"/>
              <a:ext cx="101121" cy="30862"/>
            </a:xfrm>
            <a:custGeom>
              <a:avLst/>
              <a:gdLst/>
              <a:ahLst/>
              <a:cxnLst/>
              <a:rect l="l" t="t" r="r" b="b"/>
              <a:pathLst>
                <a:path w="154" h="47" extrusionOk="0">
                  <a:moveTo>
                    <a:pt x="154" y="31"/>
                  </a:moveTo>
                  <a:lnTo>
                    <a:pt x="154" y="31"/>
                  </a:lnTo>
                  <a:cubicBezTo>
                    <a:pt x="154" y="47"/>
                    <a:pt x="139" y="47"/>
                    <a:pt x="139" y="47"/>
                  </a:cubicBezTo>
                  <a:cubicBezTo>
                    <a:pt x="14" y="47"/>
                    <a:pt x="14" y="47"/>
                    <a:pt x="14" y="47"/>
                  </a:cubicBezTo>
                  <a:cubicBezTo>
                    <a:pt x="0" y="47"/>
                    <a:pt x="0" y="47"/>
                    <a:pt x="0" y="31"/>
                  </a:cubicBezTo>
                  <a:lnTo>
                    <a:pt x="0" y="31"/>
                  </a:lnTo>
                  <a:cubicBezTo>
                    <a:pt x="0" y="16"/>
                    <a:pt x="0" y="0"/>
                    <a:pt x="14" y="0"/>
                  </a:cubicBezTo>
                  <a:cubicBezTo>
                    <a:pt x="139" y="0"/>
                    <a:pt x="139" y="0"/>
                    <a:pt x="139" y="0"/>
                  </a:cubicBezTo>
                  <a:cubicBezTo>
                    <a:pt x="139" y="0"/>
                    <a:pt x="154" y="16"/>
                    <a:pt x="154" y="3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 name="Google Shape;490;p34">
              <a:extLst>
                <a:ext uri="{FF2B5EF4-FFF2-40B4-BE49-F238E27FC236}">
                  <a16:creationId xmlns:a16="http://schemas.microsoft.com/office/drawing/2014/main" id="{DB342E81-9EDF-8230-F5AD-C8ED38521822}"/>
                </a:ext>
              </a:extLst>
            </p:cNvPr>
            <p:cNvSpPr/>
            <p:nvPr/>
          </p:nvSpPr>
          <p:spPr>
            <a:xfrm>
              <a:off x="2475483" y="3438321"/>
              <a:ext cx="101121" cy="20356"/>
            </a:xfrm>
            <a:custGeom>
              <a:avLst/>
              <a:gdLst/>
              <a:ahLst/>
              <a:cxnLst/>
              <a:rect l="l" t="t" r="r" b="b"/>
              <a:pathLst>
                <a:path w="154" h="31" extrusionOk="0">
                  <a:moveTo>
                    <a:pt x="154" y="15"/>
                  </a:moveTo>
                  <a:lnTo>
                    <a:pt x="154" y="15"/>
                  </a:lnTo>
                  <a:cubicBezTo>
                    <a:pt x="154" y="31"/>
                    <a:pt x="139" y="31"/>
                    <a:pt x="139" y="31"/>
                  </a:cubicBezTo>
                  <a:cubicBezTo>
                    <a:pt x="14" y="31"/>
                    <a:pt x="14" y="31"/>
                    <a:pt x="14" y="31"/>
                  </a:cubicBezTo>
                  <a:cubicBezTo>
                    <a:pt x="0" y="31"/>
                    <a:pt x="0" y="31"/>
                    <a:pt x="0" y="15"/>
                  </a:cubicBezTo>
                  <a:lnTo>
                    <a:pt x="0" y="15"/>
                  </a:lnTo>
                  <a:cubicBezTo>
                    <a:pt x="0" y="0"/>
                    <a:pt x="0" y="0"/>
                    <a:pt x="14" y="0"/>
                  </a:cubicBezTo>
                  <a:cubicBezTo>
                    <a:pt x="139" y="0"/>
                    <a:pt x="139" y="0"/>
                    <a:pt x="139" y="0"/>
                  </a:cubicBezTo>
                  <a:cubicBezTo>
                    <a:pt x="139" y="0"/>
                    <a:pt x="154" y="0"/>
                    <a:pt x="154" y="15"/>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 name="Google Shape;491;p34">
              <a:extLst>
                <a:ext uri="{FF2B5EF4-FFF2-40B4-BE49-F238E27FC236}">
                  <a16:creationId xmlns:a16="http://schemas.microsoft.com/office/drawing/2014/main" id="{DBE228F1-EB0E-F100-04AA-C53A8FBCC4EF}"/>
                </a:ext>
              </a:extLst>
            </p:cNvPr>
            <p:cNvSpPr/>
            <p:nvPr/>
          </p:nvSpPr>
          <p:spPr>
            <a:xfrm>
              <a:off x="2475483" y="3337199"/>
              <a:ext cx="101121" cy="30205"/>
            </a:xfrm>
            <a:custGeom>
              <a:avLst/>
              <a:gdLst/>
              <a:ahLst/>
              <a:cxnLst/>
              <a:rect l="l" t="t" r="r" b="b"/>
              <a:pathLst>
                <a:path w="154" h="46" extrusionOk="0">
                  <a:moveTo>
                    <a:pt x="154" y="14"/>
                  </a:moveTo>
                  <a:lnTo>
                    <a:pt x="154" y="14"/>
                  </a:lnTo>
                  <a:cubicBezTo>
                    <a:pt x="154" y="29"/>
                    <a:pt x="139" y="46"/>
                    <a:pt x="139" y="46"/>
                  </a:cubicBezTo>
                  <a:cubicBezTo>
                    <a:pt x="14" y="46"/>
                    <a:pt x="14" y="46"/>
                    <a:pt x="14" y="46"/>
                  </a:cubicBezTo>
                  <a:cubicBezTo>
                    <a:pt x="0" y="46"/>
                    <a:pt x="0" y="29"/>
                    <a:pt x="0" y="14"/>
                  </a:cubicBezTo>
                  <a:lnTo>
                    <a:pt x="0" y="14"/>
                  </a:lnTo>
                  <a:cubicBezTo>
                    <a:pt x="0" y="14"/>
                    <a:pt x="0" y="0"/>
                    <a:pt x="14" y="0"/>
                  </a:cubicBezTo>
                  <a:cubicBezTo>
                    <a:pt x="139" y="0"/>
                    <a:pt x="139" y="0"/>
                    <a:pt x="139" y="0"/>
                  </a:cubicBezTo>
                  <a:lnTo>
                    <a:pt x="154" y="14"/>
                  </a:ln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 name="Google Shape;492;p34">
              <a:extLst>
                <a:ext uri="{FF2B5EF4-FFF2-40B4-BE49-F238E27FC236}">
                  <a16:creationId xmlns:a16="http://schemas.microsoft.com/office/drawing/2014/main" id="{5694DD8B-A721-F2B3-32B4-D999F9C73BE5}"/>
                </a:ext>
              </a:extLst>
            </p:cNvPr>
            <p:cNvSpPr/>
            <p:nvPr/>
          </p:nvSpPr>
          <p:spPr>
            <a:xfrm>
              <a:off x="2475483" y="3234763"/>
              <a:ext cx="101121" cy="30862"/>
            </a:xfrm>
            <a:custGeom>
              <a:avLst/>
              <a:gdLst/>
              <a:ahLst/>
              <a:cxnLst/>
              <a:rect l="l" t="t" r="r" b="b"/>
              <a:pathLst>
                <a:path w="154" h="47" extrusionOk="0">
                  <a:moveTo>
                    <a:pt x="154" y="31"/>
                  </a:moveTo>
                  <a:lnTo>
                    <a:pt x="154" y="31"/>
                  </a:lnTo>
                  <a:cubicBezTo>
                    <a:pt x="154" y="47"/>
                    <a:pt x="139" y="47"/>
                    <a:pt x="139" y="47"/>
                  </a:cubicBezTo>
                  <a:cubicBezTo>
                    <a:pt x="14" y="47"/>
                    <a:pt x="14" y="47"/>
                    <a:pt x="14" y="47"/>
                  </a:cubicBezTo>
                  <a:cubicBezTo>
                    <a:pt x="0" y="47"/>
                    <a:pt x="0" y="47"/>
                    <a:pt x="0" y="31"/>
                  </a:cubicBezTo>
                  <a:lnTo>
                    <a:pt x="0" y="31"/>
                  </a:lnTo>
                  <a:cubicBezTo>
                    <a:pt x="0" y="16"/>
                    <a:pt x="0" y="0"/>
                    <a:pt x="14" y="0"/>
                  </a:cubicBezTo>
                  <a:cubicBezTo>
                    <a:pt x="139" y="0"/>
                    <a:pt x="139" y="0"/>
                    <a:pt x="139" y="0"/>
                  </a:cubicBezTo>
                  <a:cubicBezTo>
                    <a:pt x="139" y="0"/>
                    <a:pt x="154" y="16"/>
                    <a:pt x="154" y="3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 name="Google Shape;493;p34">
              <a:extLst>
                <a:ext uri="{FF2B5EF4-FFF2-40B4-BE49-F238E27FC236}">
                  <a16:creationId xmlns:a16="http://schemas.microsoft.com/office/drawing/2014/main" id="{9A98D894-F3B8-8062-6DC7-68203FE08281}"/>
                </a:ext>
              </a:extLst>
            </p:cNvPr>
            <p:cNvSpPr/>
            <p:nvPr/>
          </p:nvSpPr>
          <p:spPr>
            <a:xfrm>
              <a:off x="2475483" y="3144147"/>
              <a:ext cx="101121" cy="30205"/>
            </a:xfrm>
            <a:custGeom>
              <a:avLst/>
              <a:gdLst/>
              <a:ahLst/>
              <a:cxnLst/>
              <a:rect l="l" t="t" r="r" b="b"/>
              <a:pathLst>
                <a:path w="154" h="46" extrusionOk="0">
                  <a:moveTo>
                    <a:pt x="154" y="15"/>
                  </a:moveTo>
                  <a:lnTo>
                    <a:pt x="154" y="15"/>
                  </a:lnTo>
                  <a:cubicBezTo>
                    <a:pt x="154" y="30"/>
                    <a:pt x="139" y="46"/>
                    <a:pt x="139" y="46"/>
                  </a:cubicBezTo>
                  <a:cubicBezTo>
                    <a:pt x="14" y="46"/>
                    <a:pt x="14" y="46"/>
                    <a:pt x="14" y="46"/>
                  </a:cubicBezTo>
                  <a:cubicBezTo>
                    <a:pt x="0" y="46"/>
                    <a:pt x="0" y="30"/>
                    <a:pt x="0" y="15"/>
                  </a:cubicBezTo>
                  <a:lnTo>
                    <a:pt x="0" y="15"/>
                  </a:lnTo>
                  <a:cubicBezTo>
                    <a:pt x="0" y="0"/>
                    <a:pt x="0" y="0"/>
                    <a:pt x="14" y="0"/>
                  </a:cubicBezTo>
                  <a:cubicBezTo>
                    <a:pt x="139" y="0"/>
                    <a:pt x="139" y="0"/>
                    <a:pt x="139" y="0"/>
                  </a:cubicBezTo>
                  <a:cubicBezTo>
                    <a:pt x="139" y="0"/>
                    <a:pt x="154" y="0"/>
                    <a:pt x="154" y="15"/>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 name="Google Shape;494;p34">
              <a:extLst>
                <a:ext uri="{FF2B5EF4-FFF2-40B4-BE49-F238E27FC236}">
                  <a16:creationId xmlns:a16="http://schemas.microsoft.com/office/drawing/2014/main" id="{8D8FA608-F16B-8E59-6EA9-64EEF53DC23E}"/>
                </a:ext>
              </a:extLst>
            </p:cNvPr>
            <p:cNvSpPr/>
            <p:nvPr/>
          </p:nvSpPr>
          <p:spPr>
            <a:xfrm>
              <a:off x="2475483" y="3041711"/>
              <a:ext cx="101121" cy="31519"/>
            </a:xfrm>
            <a:custGeom>
              <a:avLst/>
              <a:gdLst/>
              <a:ahLst/>
              <a:cxnLst/>
              <a:rect l="l" t="t" r="r" b="b"/>
              <a:pathLst>
                <a:path w="154" h="48" extrusionOk="0">
                  <a:moveTo>
                    <a:pt x="154" y="17"/>
                  </a:moveTo>
                  <a:lnTo>
                    <a:pt x="154" y="17"/>
                  </a:lnTo>
                  <a:cubicBezTo>
                    <a:pt x="154" y="31"/>
                    <a:pt x="139" y="48"/>
                    <a:pt x="139" y="48"/>
                  </a:cubicBezTo>
                  <a:cubicBezTo>
                    <a:pt x="14" y="48"/>
                    <a:pt x="14" y="48"/>
                    <a:pt x="14" y="48"/>
                  </a:cubicBezTo>
                  <a:cubicBezTo>
                    <a:pt x="0" y="48"/>
                    <a:pt x="0" y="31"/>
                    <a:pt x="0" y="17"/>
                  </a:cubicBezTo>
                  <a:lnTo>
                    <a:pt x="0" y="17"/>
                  </a:lnTo>
                  <a:cubicBezTo>
                    <a:pt x="0" y="17"/>
                    <a:pt x="0" y="0"/>
                    <a:pt x="14" y="0"/>
                  </a:cubicBezTo>
                  <a:cubicBezTo>
                    <a:pt x="139" y="0"/>
                    <a:pt x="139" y="0"/>
                    <a:pt x="139" y="0"/>
                  </a:cubicBezTo>
                  <a:lnTo>
                    <a:pt x="154" y="17"/>
                  </a:ln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 name="Google Shape;495;p34">
              <a:extLst>
                <a:ext uri="{FF2B5EF4-FFF2-40B4-BE49-F238E27FC236}">
                  <a16:creationId xmlns:a16="http://schemas.microsoft.com/office/drawing/2014/main" id="{647C9569-CAD5-063F-B68D-E067B0C00FF9}"/>
                </a:ext>
              </a:extLst>
            </p:cNvPr>
            <p:cNvSpPr/>
            <p:nvPr/>
          </p:nvSpPr>
          <p:spPr>
            <a:xfrm>
              <a:off x="2475483" y="2941245"/>
              <a:ext cx="101121" cy="30862"/>
            </a:xfrm>
            <a:custGeom>
              <a:avLst/>
              <a:gdLst/>
              <a:ahLst/>
              <a:cxnLst/>
              <a:rect l="l" t="t" r="r" b="b"/>
              <a:pathLst>
                <a:path w="154" h="47" extrusionOk="0">
                  <a:moveTo>
                    <a:pt x="154" y="31"/>
                  </a:moveTo>
                  <a:lnTo>
                    <a:pt x="154" y="31"/>
                  </a:lnTo>
                  <a:cubicBezTo>
                    <a:pt x="154" y="47"/>
                    <a:pt x="139" y="47"/>
                    <a:pt x="139" y="47"/>
                  </a:cubicBezTo>
                  <a:cubicBezTo>
                    <a:pt x="14" y="47"/>
                    <a:pt x="14" y="47"/>
                    <a:pt x="14" y="47"/>
                  </a:cubicBezTo>
                  <a:cubicBezTo>
                    <a:pt x="0" y="47"/>
                    <a:pt x="0" y="47"/>
                    <a:pt x="0" y="31"/>
                  </a:cubicBezTo>
                  <a:lnTo>
                    <a:pt x="0" y="31"/>
                  </a:lnTo>
                  <a:cubicBezTo>
                    <a:pt x="0" y="16"/>
                    <a:pt x="0" y="0"/>
                    <a:pt x="14" y="0"/>
                  </a:cubicBezTo>
                  <a:cubicBezTo>
                    <a:pt x="139" y="0"/>
                    <a:pt x="139" y="0"/>
                    <a:pt x="139" y="0"/>
                  </a:cubicBezTo>
                  <a:cubicBezTo>
                    <a:pt x="139" y="0"/>
                    <a:pt x="154" y="16"/>
                    <a:pt x="154" y="31"/>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 name="Google Shape;496;p34">
              <a:extLst>
                <a:ext uri="{FF2B5EF4-FFF2-40B4-BE49-F238E27FC236}">
                  <a16:creationId xmlns:a16="http://schemas.microsoft.com/office/drawing/2014/main" id="{052833AB-B618-A39A-2967-F7ADF91F21B4}"/>
                </a:ext>
              </a:extLst>
            </p:cNvPr>
            <p:cNvSpPr/>
            <p:nvPr/>
          </p:nvSpPr>
          <p:spPr>
            <a:xfrm>
              <a:off x="2475483" y="2850629"/>
              <a:ext cx="101121" cy="30205"/>
            </a:xfrm>
            <a:custGeom>
              <a:avLst/>
              <a:gdLst/>
              <a:ahLst/>
              <a:cxnLst/>
              <a:rect l="l" t="t" r="r" b="b"/>
              <a:pathLst>
                <a:path w="154" h="46" extrusionOk="0">
                  <a:moveTo>
                    <a:pt x="154" y="15"/>
                  </a:moveTo>
                  <a:lnTo>
                    <a:pt x="154" y="15"/>
                  </a:lnTo>
                  <a:cubicBezTo>
                    <a:pt x="154" y="30"/>
                    <a:pt x="139" y="46"/>
                    <a:pt x="139" y="46"/>
                  </a:cubicBezTo>
                  <a:cubicBezTo>
                    <a:pt x="14" y="46"/>
                    <a:pt x="14" y="46"/>
                    <a:pt x="14" y="46"/>
                  </a:cubicBezTo>
                  <a:cubicBezTo>
                    <a:pt x="0" y="46"/>
                    <a:pt x="0" y="30"/>
                    <a:pt x="0" y="15"/>
                  </a:cubicBezTo>
                  <a:lnTo>
                    <a:pt x="0" y="15"/>
                  </a:lnTo>
                  <a:cubicBezTo>
                    <a:pt x="0" y="0"/>
                    <a:pt x="0" y="0"/>
                    <a:pt x="14" y="0"/>
                  </a:cubicBezTo>
                  <a:cubicBezTo>
                    <a:pt x="139" y="0"/>
                    <a:pt x="139" y="0"/>
                    <a:pt x="139" y="0"/>
                  </a:cubicBezTo>
                  <a:cubicBezTo>
                    <a:pt x="139" y="0"/>
                    <a:pt x="154" y="0"/>
                    <a:pt x="154" y="15"/>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 name="Google Shape;497;p34">
              <a:extLst>
                <a:ext uri="{FF2B5EF4-FFF2-40B4-BE49-F238E27FC236}">
                  <a16:creationId xmlns:a16="http://schemas.microsoft.com/office/drawing/2014/main" id="{E45D5259-48E7-8A34-75C6-23F3EDBF6DD6}"/>
                </a:ext>
              </a:extLst>
            </p:cNvPr>
            <p:cNvSpPr/>
            <p:nvPr/>
          </p:nvSpPr>
          <p:spPr>
            <a:xfrm>
              <a:off x="2475483" y="2748193"/>
              <a:ext cx="101121" cy="31519"/>
            </a:xfrm>
            <a:custGeom>
              <a:avLst/>
              <a:gdLst/>
              <a:ahLst/>
              <a:cxnLst/>
              <a:rect l="l" t="t" r="r" b="b"/>
              <a:pathLst>
                <a:path w="154" h="48" extrusionOk="0">
                  <a:moveTo>
                    <a:pt x="154" y="32"/>
                  </a:moveTo>
                  <a:lnTo>
                    <a:pt x="154" y="32"/>
                  </a:lnTo>
                  <a:lnTo>
                    <a:pt x="139" y="48"/>
                  </a:lnTo>
                  <a:cubicBezTo>
                    <a:pt x="14" y="48"/>
                    <a:pt x="14" y="48"/>
                    <a:pt x="14" y="48"/>
                  </a:cubicBezTo>
                  <a:cubicBezTo>
                    <a:pt x="0" y="48"/>
                    <a:pt x="0" y="32"/>
                    <a:pt x="0" y="32"/>
                  </a:cubicBezTo>
                  <a:lnTo>
                    <a:pt x="0" y="32"/>
                  </a:lnTo>
                  <a:cubicBezTo>
                    <a:pt x="0" y="17"/>
                    <a:pt x="0" y="0"/>
                    <a:pt x="14" y="0"/>
                  </a:cubicBezTo>
                  <a:cubicBezTo>
                    <a:pt x="139" y="0"/>
                    <a:pt x="139" y="0"/>
                    <a:pt x="139" y="0"/>
                  </a:cubicBezTo>
                  <a:cubicBezTo>
                    <a:pt x="139" y="0"/>
                    <a:pt x="154" y="17"/>
                    <a:pt x="154" y="32"/>
                  </a:cubicBezTo>
                  <a:close/>
                </a:path>
              </a:pathLst>
            </a:custGeom>
            <a:solidFill>
              <a:schemeClr val="accent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 name="Google Shape;498;p34">
              <a:extLst>
                <a:ext uri="{FF2B5EF4-FFF2-40B4-BE49-F238E27FC236}">
                  <a16:creationId xmlns:a16="http://schemas.microsoft.com/office/drawing/2014/main" id="{BAD92271-7F48-EFA6-F378-0D77271B19CB}"/>
                </a:ext>
              </a:extLst>
            </p:cNvPr>
            <p:cNvSpPr/>
            <p:nvPr/>
          </p:nvSpPr>
          <p:spPr>
            <a:xfrm>
              <a:off x="2434115" y="3863824"/>
              <a:ext cx="183200" cy="183203"/>
            </a:xfrm>
            <a:custGeom>
              <a:avLst/>
              <a:gdLst/>
              <a:ahLst/>
              <a:cxnLst/>
              <a:rect l="l" t="t" r="r" b="b"/>
              <a:pathLst>
                <a:path w="279" h="279" extrusionOk="0">
                  <a:moveTo>
                    <a:pt x="279" y="139"/>
                  </a:moveTo>
                  <a:lnTo>
                    <a:pt x="279" y="139"/>
                  </a:lnTo>
                  <a:cubicBezTo>
                    <a:pt x="279" y="216"/>
                    <a:pt x="217" y="279"/>
                    <a:pt x="140" y="279"/>
                  </a:cubicBezTo>
                  <a:cubicBezTo>
                    <a:pt x="63" y="279"/>
                    <a:pt x="0" y="216"/>
                    <a:pt x="0" y="139"/>
                  </a:cubicBezTo>
                  <a:cubicBezTo>
                    <a:pt x="0" y="62"/>
                    <a:pt x="63" y="0"/>
                    <a:pt x="140" y="0"/>
                  </a:cubicBezTo>
                  <a:cubicBezTo>
                    <a:pt x="217" y="0"/>
                    <a:pt x="279" y="62"/>
                    <a:pt x="279" y="139"/>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 name="Google Shape;499;p34">
              <a:extLst>
                <a:ext uri="{FF2B5EF4-FFF2-40B4-BE49-F238E27FC236}">
                  <a16:creationId xmlns:a16="http://schemas.microsoft.com/office/drawing/2014/main" id="{75F289FD-BB75-5F40-00AF-C8B4ADB49C13}"/>
                </a:ext>
              </a:extLst>
            </p:cNvPr>
            <p:cNvSpPr/>
            <p:nvPr/>
          </p:nvSpPr>
          <p:spPr>
            <a:xfrm>
              <a:off x="1156311" y="1582000"/>
              <a:ext cx="344731" cy="1014509"/>
            </a:xfrm>
            <a:custGeom>
              <a:avLst/>
              <a:gdLst/>
              <a:ahLst/>
              <a:cxnLst/>
              <a:rect l="l" t="t" r="r" b="b"/>
              <a:pathLst>
                <a:path w="525" h="1545" extrusionOk="0">
                  <a:moveTo>
                    <a:pt x="525" y="0"/>
                  </a:moveTo>
                  <a:lnTo>
                    <a:pt x="525" y="0"/>
                  </a:lnTo>
                  <a:cubicBezTo>
                    <a:pt x="525" y="1545"/>
                    <a:pt x="525" y="1545"/>
                    <a:pt x="525" y="1545"/>
                  </a:cubicBezTo>
                  <a:cubicBezTo>
                    <a:pt x="340" y="1360"/>
                    <a:pt x="-16" y="1220"/>
                    <a:pt x="0" y="741"/>
                  </a:cubicBezTo>
                  <a:cubicBezTo>
                    <a:pt x="32" y="341"/>
                    <a:pt x="232" y="16"/>
                    <a:pt x="525" y="0"/>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 name="Google Shape;500;p34">
              <a:extLst>
                <a:ext uri="{FF2B5EF4-FFF2-40B4-BE49-F238E27FC236}">
                  <a16:creationId xmlns:a16="http://schemas.microsoft.com/office/drawing/2014/main" id="{883DFEF3-F656-0B06-39FD-78371FB7E62B}"/>
                </a:ext>
              </a:extLst>
            </p:cNvPr>
            <p:cNvSpPr/>
            <p:nvPr/>
          </p:nvSpPr>
          <p:spPr>
            <a:xfrm>
              <a:off x="1277788" y="2192675"/>
              <a:ext cx="701937" cy="849036"/>
            </a:xfrm>
            <a:custGeom>
              <a:avLst/>
              <a:gdLst/>
              <a:ahLst/>
              <a:cxnLst/>
              <a:rect l="l" t="t" r="r" b="b"/>
              <a:pathLst>
                <a:path w="1069" h="1293" extrusionOk="0">
                  <a:moveTo>
                    <a:pt x="93" y="415"/>
                  </a:moveTo>
                  <a:lnTo>
                    <a:pt x="93" y="415"/>
                  </a:lnTo>
                  <a:cubicBezTo>
                    <a:pt x="109" y="415"/>
                    <a:pt x="480" y="677"/>
                    <a:pt x="665" y="1063"/>
                  </a:cubicBezTo>
                  <a:cubicBezTo>
                    <a:pt x="680" y="1094"/>
                    <a:pt x="696" y="1125"/>
                    <a:pt x="711" y="1156"/>
                  </a:cubicBezTo>
                  <a:cubicBezTo>
                    <a:pt x="711" y="1156"/>
                    <a:pt x="696" y="1156"/>
                    <a:pt x="711" y="1156"/>
                  </a:cubicBezTo>
                  <a:cubicBezTo>
                    <a:pt x="726" y="1201"/>
                    <a:pt x="742" y="1232"/>
                    <a:pt x="774" y="1264"/>
                  </a:cubicBezTo>
                  <a:cubicBezTo>
                    <a:pt x="803" y="1278"/>
                    <a:pt x="834" y="1293"/>
                    <a:pt x="882" y="1293"/>
                  </a:cubicBezTo>
                  <a:cubicBezTo>
                    <a:pt x="897" y="1293"/>
                    <a:pt x="928" y="1293"/>
                    <a:pt x="943" y="1278"/>
                  </a:cubicBezTo>
                  <a:cubicBezTo>
                    <a:pt x="1051" y="1232"/>
                    <a:pt x="1097" y="1109"/>
                    <a:pt x="1051" y="986"/>
                  </a:cubicBezTo>
                  <a:cubicBezTo>
                    <a:pt x="1051" y="986"/>
                    <a:pt x="1051" y="971"/>
                    <a:pt x="1036" y="955"/>
                  </a:cubicBezTo>
                  <a:cubicBezTo>
                    <a:pt x="1036" y="940"/>
                    <a:pt x="1020" y="924"/>
                    <a:pt x="1020" y="909"/>
                  </a:cubicBezTo>
                  <a:cubicBezTo>
                    <a:pt x="989" y="846"/>
                    <a:pt x="974" y="786"/>
                    <a:pt x="943" y="738"/>
                  </a:cubicBezTo>
                  <a:cubicBezTo>
                    <a:pt x="696" y="307"/>
                    <a:pt x="294" y="44"/>
                    <a:pt x="278" y="28"/>
                  </a:cubicBezTo>
                  <a:cubicBezTo>
                    <a:pt x="186" y="-33"/>
                    <a:pt x="78" y="13"/>
                    <a:pt x="32" y="105"/>
                  </a:cubicBezTo>
                  <a:cubicBezTo>
                    <a:pt x="-30" y="213"/>
                    <a:pt x="1" y="353"/>
                    <a:pt x="93" y="415"/>
                  </a:cubicBezTo>
                  <a:close/>
                </a:path>
              </a:pathLst>
            </a:custGeom>
            <a:solidFill>
              <a:srgbClr val="BCCAD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 name="Google Shape;501;p34">
              <a:extLst>
                <a:ext uri="{FF2B5EF4-FFF2-40B4-BE49-F238E27FC236}">
                  <a16:creationId xmlns:a16="http://schemas.microsoft.com/office/drawing/2014/main" id="{9B6F615E-3639-3738-56AA-9789C26E8A80}"/>
                </a:ext>
              </a:extLst>
            </p:cNvPr>
            <p:cNvSpPr/>
            <p:nvPr/>
          </p:nvSpPr>
          <p:spPr>
            <a:xfrm>
              <a:off x="1277788" y="2192675"/>
              <a:ext cx="701937" cy="849036"/>
            </a:xfrm>
            <a:custGeom>
              <a:avLst/>
              <a:gdLst/>
              <a:ahLst/>
              <a:cxnLst/>
              <a:rect l="l" t="t" r="r" b="b"/>
              <a:pathLst>
                <a:path w="1069" h="1293" extrusionOk="0">
                  <a:moveTo>
                    <a:pt x="93" y="415"/>
                  </a:moveTo>
                  <a:lnTo>
                    <a:pt x="93" y="415"/>
                  </a:lnTo>
                  <a:cubicBezTo>
                    <a:pt x="109" y="415"/>
                    <a:pt x="480" y="677"/>
                    <a:pt x="665" y="1063"/>
                  </a:cubicBezTo>
                  <a:cubicBezTo>
                    <a:pt x="680" y="1094"/>
                    <a:pt x="696" y="1125"/>
                    <a:pt x="711" y="1156"/>
                  </a:cubicBezTo>
                  <a:cubicBezTo>
                    <a:pt x="711" y="1156"/>
                    <a:pt x="696" y="1156"/>
                    <a:pt x="711" y="1156"/>
                  </a:cubicBezTo>
                  <a:cubicBezTo>
                    <a:pt x="726" y="1201"/>
                    <a:pt x="742" y="1232"/>
                    <a:pt x="774" y="1264"/>
                  </a:cubicBezTo>
                  <a:cubicBezTo>
                    <a:pt x="803" y="1278"/>
                    <a:pt x="834" y="1293"/>
                    <a:pt x="882" y="1293"/>
                  </a:cubicBezTo>
                  <a:cubicBezTo>
                    <a:pt x="897" y="1293"/>
                    <a:pt x="928" y="1293"/>
                    <a:pt x="943" y="1278"/>
                  </a:cubicBezTo>
                  <a:cubicBezTo>
                    <a:pt x="1051" y="1232"/>
                    <a:pt x="1097" y="1109"/>
                    <a:pt x="1051" y="986"/>
                  </a:cubicBezTo>
                  <a:cubicBezTo>
                    <a:pt x="1051" y="986"/>
                    <a:pt x="1051" y="971"/>
                    <a:pt x="1036" y="955"/>
                  </a:cubicBezTo>
                  <a:cubicBezTo>
                    <a:pt x="1036" y="940"/>
                    <a:pt x="1020" y="924"/>
                    <a:pt x="1020" y="909"/>
                  </a:cubicBezTo>
                  <a:cubicBezTo>
                    <a:pt x="989" y="846"/>
                    <a:pt x="974" y="786"/>
                    <a:pt x="943" y="738"/>
                  </a:cubicBezTo>
                  <a:cubicBezTo>
                    <a:pt x="696" y="307"/>
                    <a:pt x="294" y="44"/>
                    <a:pt x="278" y="28"/>
                  </a:cubicBezTo>
                  <a:cubicBezTo>
                    <a:pt x="186" y="-33"/>
                    <a:pt x="78" y="13"/>
                    <a:pt x="32" y="105"/>
                  </a:cubicBezTo>
                  <a:cubicBezTo>
                    <a:pt x="-30" y="213"/>
                    <a:pt x="1" y="353"/>
                    <a:pt x="93" y="415"/>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8" name="Google Shape;502;p34">
              <a:extLst>
                <a:ext uri="{FF2B5EF4-FFF2-40B4-BE49-F238E27FC236}">
                  <a16:creationId xmlns:a16="http://schemas.microsoft.com/office/drawing/2014/main" id="{BACCD410-EF03-75A5-B234-2543AA558ED7}"/>
                </a:ext>
              </a:extLst>
            </p:cNvPr>
            <p:cNvSpPr/>
            <p:nvPr/>
          </p:nvSpPr>
          <p:spPr>
            <a:xfrm>
              <a:off x="1606760" y="2786278"/>
              <a:ext cx="462268" cy="1594322"/>
            </a:xfrm>
            <a:custGeom>
              <a:avLst/>
              <a:gdLst/>
              <a:ahLst/>
              <a:cxnLst/>
              <a:rect l="l" t="t" r="r" b="b"/>
              <a:pathLst>
                <a:path w="704" h="2428" extrusionOk="0">
                  <a:moveTo>
                    <a:pt x="56" y="2336"/>
                  </a:moveTo>
                  <a:lnTo>
                    <a:pt x="56" y="2336"/>
                  </a:lnTo>
                  <a:cubicBezTo>
                    <a:pt x="87" y="2399"/>
                    <a:pt x="148" y="2428"/>
                    <a:pt x="210" y="2428"/>
                  </a:cubicBezTo>
                  <a:cubicBezTo>
                    <a:pt x="256" y="2428"/>
                    <a:pt x="319" y="2399"/>
                    <a:pt x="350" y="2368"/>
                  </a:cubicBezTo>
                  <a:cubicBezTo>
                    <a:pt x="581" y="2136"/>
                    <a:pt x="704" y="1595"/>
                    <a:pt x="704" y="977"/>
                  </a:cubicBezTo>
                  <a:cubicBezTo>
                    <a:pt x="704" y="683"/>
                    <a:pt x="673" y="389"/>
                    <a:pt x="612" y="144"/>
                  </a:cubicBezTo>
                  <a:cubicBezTo>
                    <a:pt x="596" y="98"/>
                    <a:pt x="581" y="67"/>
                    <a:pt x="550" y="36"/>
                  </a:cubicBezTo>
                  <a:cubicBezTo>
                    <a:pt x="550" y="20"/>
                    <a:pt x="535" y="20"/>
                    <a:pt x="519" y="5"/>
                  </a:cubicBezTo>
                  <a:cubicBezTo>
                    <a:pt x="473" y="-26"/>
                    <a:pt x="442" y="113"/>
                    <a:pt x="396" y="128"/>
                  </a:cubicBezTo>
                  <a:cubicBezTo>
                    <a:pt x="287" y="175"/>
                    <a:pt x="195" y="128"/>
                    <a:pt x="210" y="252"/>
                  </a:cubicBezTo>
                  <a:cubicBezTo>
                    <a:pt x="210" y="252"/>
                    <a:pt x="195" y="252"/>
                    <a:pt x="210" y="252"/>
                  </a:cubicBezTo>
                  <a:cubicBezTo>
                    <a:pt x="210" y="267"/>
                    <a:pt x="210" y="283"/>
                    <a:pt x="210" y="297"/>
                  </a:cubicBezTo>
                  <a:cubicBezTo>
                    <a:pt x="210" y="312"/>
                    <a:pt x="225" y="343"/>
                    <a:pt x="225" y="360"/>
                  </a:cubicBezTo>
                  <a:cubicBezTo>
                    <a:pt x="273" y="545"/>
                    <a:pt x="287" y="760"/>
                    <a:pt x="287" y="977"/>
                  </a:cubicBezTo>
                  <a:cubicBezTo>
                    <a:pt x="287" y="1487"/>
                    <a:pt x="179" y="1872"/>
                    <a:pt x="71" y="1980"/>
                  </a:cubicBezTo>
                  <a:cubicBezTo>
                    <a:pt x="-21" y="2074"/>
                    <a:pt x="-21" y="2228"/>
                    <a:pt x="56" y="2336"/>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9" name="Google Shape;503;p34">
              <a:extLst>
                <a:ext uri="{FF2B5EF4-FFF2-40B4-BE49-F238E27FC236}">
                  <a16:creationId xmlns:a16="http://schemas.microsoft.com/office/drawing/2014/main" id="{AC19D9A5-7351-88C6-4CB4-12560CEEBDEA}"/>
                </a:ext>
              </a:extLst>
            </p:cNvPr>
            <p:cNvSpPr/>
            <p:nvPr/>
          </p:nvSpPr>
          <p:spPr>
            <a:xfrm>
              <a:off x="1572615" y="1582000"/>
              <a:ext cx="346044" cy="1014509"/>
            </a:xfrm>
            <a:custGeom>
              <a:avLst/>
              <a:gdLst/>
              <a:ahLst/>
              <a:cxnLst/>
              <a:rect l="l" t="t" r="r" b="b"/>
              <a:pathLst>
                <a:path w="527" h="1545" extrusionOk="0">
                  <a:moveTo>
                    <a:pt x="0" y="0"/>
                  </a:moveTo>
                  <a:lnTo>
                    <a:pt x="0" y="0"/>
                  </a:lnTo>
                  <a:cubicBezTo>
                    <a:pt x="15" y="1545"/>
                    <a:pt x="15" y="1545"/>
                    <a:pt x="15" y="1545"/>
                  </a:cubicBezTo>
                  <a:cubicBezTo>
                    <a:pt x="185" y="1360"/>
                    <a:pt x="556" y="1220"/>
                    <a:pt x="525" y="741"/>
                  </a:cubicBezTo>
                  <a:cubicBezTo>
                    <a:pt x="510" y="341"/>
                    <a:pt x="293" y="16"/>
                    <a:pt x="0" y="0"/>
                  </a:cubicBezTo>
                  <a:close/>
                </a:path>
              </a:pathLst>
            </a:custGeom>
            <a:solidFill>
              <a:schemeClr val="accent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 name="Google Shape;504;p34">
              <a:extLst>
                <a:ext uri="{FF2B5EF4-FFF2-40B4-BE49-F238E27FC236}">
                  <a16:creationId xmlns:a16="http://schemas.microsoft.com/office/drawing/2014/main" id="{DFEB4D31-4BE9-2E3E-FA42-14AAC9031EBD}"/>
                </a:ext>
              </a:extLst>
            </p:cNvPr>
            <p:cNvSpPr/>
            <p:nvPr/>
          </p:nvSpPr>
          <p:spPr>
            <a:xfrm>
              <a:off x="1103781" y="2192675"/>
              <a:ext cx="696028" cy="849036"/>
            </a:xfrm>
            <a:custGeom>
              <a:avLst/>
              <a:gdLst/>
              <a:ahLst/>
              <a:cxnLst/>
              <a:rect l="l" t="t" r="r" b="b"/>
              <a:pathLst>
                <a:path w="1060" h="1293" extrusionOk="0">
                  <a:moveTo>
                    <a:pt x="961" y="415"/>
                  </a:moveTo>
                  <a:lnTo>
                    <a:pt x="961" y="415"/>
                  </a:lnTo>
                  <a:cubicBezTo>
                    <a:pt x="961" y="415"/>
                    <a:pt x="868" y="492"/>
                    <a:pt x="745" y="600"/>
                  </a:cubicBezTo>
                  <a:lnTo>
                    <a:pt x="745" y="600"/>
                  </a:lnTo>
                  <a:cubicBezTo>
                    <a:pt x="620" y="709"/>
                    <a:pt x="482" y="863"/>
                    <a:pt x="404" y="1063"/>
                  </a:cubicBezTo>
                  <a:lnTo>
                    <a:pt x="389" y="1063"/>
                  </a:lnTo>
                  <a:cubicBezTo>
                    <a:pt x="374" y="1094"/>
                    <a:pt x="374" y="1125"/>
                    <a:pt x="358" y="1156"/>
                  </a:cubicBezTo>
                  <a:lnTo>
                    <a:pt x="358" y="1156"/>
                  </a:lnTo>
                  <a:cubicBezTo>
                    <a:pt x="358" y="1171"/>
                    <a:pt x="343" y="1187"/>
                    <a:pt x="343" y="1201"/>
                  </a:cubicBezTo>
                  <a:cubicBezTo>
                    <a:pt x="327" y="1232"/>
                    <a:pt x="312" y="1247"/>
                    <a:pt x="281" y="1264"/>
                  </a:cubicBezTo>
                  <a:cubicBezTo>
                    <a:pt x="250" y="1278"/>
                    <a:pt x="220" y="1293"/>
                    <a:pt x="189" y="1293"/>
                  </a:cubicBezTo>
                  <a:cubicBezTo>
                    <a:pt x="158" y="1293"/>
                    <a:pt x="126" y="1293"/>
                    <a:pt x="112" y="1278"/>
                  </a:cubicBezTo>
                  <a:cubicBezTo>
                    <a:pt x="34" y="1247"/>
                    <a:pt x="-13" y="1140"/>
                    <a:pt x="3" y="1032"/>
                  </a:cubicBezTo>
                  <a:cubicBezTo>
                    <a:pt x="3" y="1017"/>
                    <a:pt x="3" y="1002"/>
                    <a:pt x="3" y="986"/>
                  </a:cubicBezTo>
                  <a:cubicBezTo>
                    <a:pt x="18" y="986"/>
                    <a:pt x="18" y="971"/>
                    <a:pt x="18" y="955"/>
                  </a:cubicBezTo>
                  <a:cubicBezTo>
                    <a:pt x="18" y="940"/>
                    <a:pt x="34" y="924"/>
                    <a:pt x="34" y="909"/>
                  </a:cubicBezTo>
                  <a:cubicBezTo>
                    <a:pt x="49" y="909"/>
                    <a:pt x="49" y="894"/>
                    <a:pt x="49" y="894"/>
                  </a:cubicBezTo>
                  <a:cubicBezTo>
                    <a:pt x="64" y="832"/>
                    <a:pt x="95" y="786"/>
                    <a:pt x="126" y="738"/>
                  </a:cubicBezTo>
                  <a:cubicBezTo>
                    <a:pt x="312" y="399"/>
                    <a:pt x="591" y="167"/>
                    <a:pt x="714" y="74"/>
                  </a:cubicBezTo>
                  <a:cubicBezTo>
                    <a:pt x="760" y="44"/>
                    <a:pt x="776" y="28"/>
                    <a:pt x="776" y="28"/>
                  </a:cubicBezTo>
                  <a:cubicBezTo>
                    <a:pt x="868" y="-33"/>
                    <a:pt x="991" y="13"/>
                    <a:pt x="1039" y="105"/>
                  </a:cubicBezTo>
                  <a:cubicBezTo>
                    <a:pt x="1085" y="213"/>
                    <a:pt x="1053" y="353"/>
                    <a:pt x="961" y="415"/>
                  </a:cubicBezTo>
                  <a:close/>
                </a:path>
              </a:pathLst>
            </a:custGeom>
            <a:solidFill>
              <a:srgbClr val="BCCAD8"/>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 name="Google Shape;505;p34">
              <a:extLst>
                <a:ext uri="{FF2B5EF4-FFF2-40B4-BE49-F238E27FC236}">
                  <a16:creationId xmlns:a16="http://schemas.microsoft.com/office/drawing/2014/main" id="{54259045-F55F-83FF-0217-975EECF11681}"/>
                </a:ext>
              </a:extLst>
            </p:cNvPr>
            <p:cNvSpPr/>
            <p:nvPr/>
          </p:nvSpPr>
          <p:spPr>
            <a:xfrm>
              <a:off x="1103781" y="2192675"/>
              <a:ext cx="696028" cy="849036"/>
            </a:xfrm>
            <a:custGeom>
              <a:avLst/>
              <a:gdLst/>
              <a:ahLst/>
              <a:cxnLst/>
              <a:rect l="l" t="t" r="r" b="b"/>
              <a:pathLst>
                <a:path w="1060" h="1293" extrusionOk="0">
                  <a:moveTo>
                    <a:pt x="961" y="415"/>
                  </a:moveTo>
                  <a:lnTo>
                    <a:pt x="961" y="415"/>
                  </a:lnTo>
                  <a:cubicBezTo>
                    <a:pt x="961" y="415"/>
                    <a:pt x="868" y="492"/>
                    <a:pt x="745" y="600"/>
                  </a:cubicBezTo>
                  <a:lnTo>
                    <a:pt x="745" y="600"/>
                  </a:lnTo>
                  <a:cubicBezTo>
                    <a:pt x="620" y="709"/>
                    <a:pt x="482" y="863"/>
                    <a:pt x="404" y="1063"/>
                  </a:cubicBezTo>
                  <a:lnTo>
                    <a:pt x="389" y="1063"/>
                  </a:lnTo>
                  <a:cubicBezTo>
                    <a:pt x="374" y="1094"/>
                    <a:pt x="374" y="1125"/>
                    <a:pt x="358" y="1156"/>
                  </a:cubicBezTo>
                  <a:lnTo>
                    <a:pt x="358" y="1156"/>
                  </a:lnTo>
                  <a:cubicBezTo>
                    <a:pt x="358" y="1171"/>
                    <a:pt x="343" y="1187"/>
                    <a:pt x="343" y="1201"/>
                  </a:cubicBezTo>
                  <a:cubicBezTo>
                    <a:pt x="327" y="1232"/>
                    <a:pt x="312" y="1247"/>
                    <a:pt x="281" y="1264"/>
                  </a:cubicBezTo>
                  <a:cubicBezTo>
                    <a:pt x="250" y="1278"/>
                    <a:pt x="220" y="1293"/>
                    <a:pt x="189" y="1293"/>
                  </a:cubicBezTo>
                  <a:cubicBezTo>
                    <a:pt x="158" y="1293"/>
                    <a:pt x="126" y="1293"/>
                    <a:pt x="112" y="1278"/>
                  </a:cubicBezTo>
                  <a:cubicBezTo>
                    <a:pt x="34" y="1247"/>
                    <a:pt x="-13" y="1140"/>
                    <a:pt x="3" y="1032"/>
                  </a:cubicBezTo>
                  <a:cubicBezTo>
                    <a:pt x="3" y="1017"/>
                    <a:pt x="3" y="1002"/>
                    <a:pt x="3" y="986"/>
                  </a:cubicBezTo>
                  <a:cubicBezTo>
                    <a:pt x="18" y="986"/>
                    <a:pt x="18" y="971"/>
                    <a:pt x="18" y="955"/>
                  </a:cubicBezTo>
                  <a:cubicBezTo>
                    <a:pt x="18" y="940"/>
                    <a:pt x="34" y="924"/>
                    <a:pt x="34" y="909"/>
                  </a:cubicBezTo>
                  <a:cubicBezTo>
                    <a:pt x="49" y="909"/>
                    <a:pt x="49" y="894"/>
                    <a:pt x="49" y="894"/>
                  </a:cubicBezTo>
                  <a:cubicBezTo>
                    <a:pt x="64" y="832"/>
                    <a:pt x="95" y="786"/>
                    <a:pt x="126" y="738"/>
                  </a:cubicBezTo>
                  <a:cubicBezTo>
                    <a:pt x="312" y="399"/>
                    <a:pt x="591" y="167"/>
                    <a:pt x="714" y="74"/>
                  </a:cubicBezTo>
                  <a:cubicBezTo>
                    <a:pt x="760" y="44"/>
                    <a:pt x="776" y="28"/>
                    <a:pt x="776" y="28"/>
                  </a:cubicBezTo>
                  <a:cubicBezTo>
                    <a:pt x="868" y="-33"/>
                    <a:pt x="991" y="13"/>
                    <a:pt x="1039" y="105"/>
                  </a:cubicBezTo>
                  <a:cubicBezTo>
                    <a:pt x="1085" y="213"/>
                    <a:pt x="1053" y="353"/>
                    <a:pt x="961" y="415"/>
                  </a:cubicBezTo>
                  <a:close/>
                </a:path>
              </a:pathLst>
            </a:custGeom>
            <a:solidFill>
              <a:schemeClr val="accent6"/>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 name="Google Shape;506;p34">
              <a:extLst>
                <a:ext uri="{FF2B5EF4-FFF2-40B4-BE49-F238E27FC236}">
                  <a16:creationId xmlns:a16="http://schemas.microsoft.com/office/drawing/2014/main" id="{FE7C2519-2C0C-61C5-E010-AED55B8C46DC}"/>
                </a:ext>
              </a:extLst>
            </p:cNvPr>
            <p:cNvSpPr/>
            <p:nvPr/>
          </p:nvSpPr>
          <p:spPr>
            <a:xfrm>
              <a:off x="1004629" y="2784965"/>
              <a:ext cx="468177" cy="1595635"/>
            </a:xfrm>
            <a:custGeom>
              <a:avLst/>
              <a:gdLst/>
              <a:ahLst/>
              <a:cxnLst/>
              <a:rect l="l" t="t" r="r" b="b"/>
              <a:pathLst>
                <a:path w="713" h="2430" extrusionOk="0">
                  <a:moveTo>
                    <a:pt x="663" y="2338"/>
                  </a:moveTo>
                  <a:lnTo>
                    <a:pt x="663" y="2338"/>
                  </a:lnTo>
                  <a:cubicBezTo>
                    <a:pt x="617" y="2401"/>
                    <a:pt x="555" y="2430"/>
                    <a:pt x="494" y="2430"/>
                  </a:cubicBezTo>
                  <a:cubicBezTo>
                    <a:pt x="448" y="2430"/>
                    <a:pt x="401" y="2401"/>
                    <a:pt x="355" y="2370"/>
                  </a:cubicBezTo>
                  <a:cubicBezTo>
                    <a:pt x="138" y="2138"/>
                    <a:pt x="0" y="1597"/>
                    <a:pt x="0" y="979"/>
                  </a:cubicBezTo>
                  <a:cubicBezTo>
                    <a:pt x="0" y="685"/>
                    <a:pt x="30" y="391"/>
                    <a:pt x="92" y="146"/>
                  </a:cubicBezTo>
                  <a:cubicBezTo>
                    <a:pt x="92" y="130"/>
                    <a:pt x="107" y="130"/>
                    <a:pt x="107" y="115"/>
                  </a:cubicBezTo>
                  <a:cubicBezTo>
                    <a:pt x="123" y="84"/>
                    <a:pt x="138" y="53"/>
                    <a:pt x="154" y="38"/>
                  </a:cubicBezTo>
                  <a:cubicBezTo>
                    <a:pt x="169" y="22"/>
                    <a:pt x="185" y="22"/>
                    <a:pt x="185" y="7"/>
                  </a:cubicBezTo>
                  <a:cubicBezTo>
                    <a:pt x="246" y="-24"/>
                    <a:pt x="277" y="69"/>
                    <a:pt x="323" y="100"/>
                  </a:cubicBezTo>
                  <a:cubicBezTo>
                    <a:pt x="432" y="130"/>
                    <a:pt x="525" y="130"/>
                    <a:pt x="509" y="254"/>
                  </a:cubicBezTo>
                  <a:lnTo>
                    <a:pt x="509" y="254"/>
                  </a:lnTo>
                  <a:cubicBezTo>
                    <a:pt x="509" y="269"/>
                    <a:pt x="509" y="285"/>
                    <a:pt x="494" y="299"/>
                  </a:cubicBezTo>
                  <a:lnTo>
                    <a:pt x="494" y="299"/>
                  </a:lnTo>
                  <a:cubicBezTo>
                    <a:pt x="494" y="330"/>
                    <a:pt x="494" y="345"/>
                    <a:pt x="478" y="362"/>
                  </a:cubicBezTo>
                  <a:cubicBezTo>
                    <a:pt x="448" y="547"/>
                    <a:pt x="417" y="762"/>
                    <a:pt x="417" y="979"/>
                  </a:cubicBezTo>
                  <a:cubicBezTo>
                    <a:pt x="417" y="1489"/>
                    <a:pt x="540" y="1874"/>
                    <a:pt x="633" y="1982"/>
                  </a:cubicBezTo>
                  <a:cubicBezTo>
                    <a:pt x="725" y="2076"/>
                    <a:pt x="742" y="2230"/>
                    <a:pt x="663" y="2338"/>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 name="Google Shape;507;p34">
              <a:extLst>
                <a:ext uri="{FF2B5EF4-FFF2-40B4-BE49-F238E27FC236}">
                  <a16:creationId xmlns:a16="http://schemas.microsoft.com/office/drawing/2014/main" id="{3535B7BA-87CC-6BDB-114B-6EEEB9E7E236}"/>
                </a:ext>
              </a:extLst>
            </p:cNvPr>
            <p:cNvSpPr/>
            <p:nvPr/>
          </p:nvSpPr>
          <p:spPr>
            <a:xfrm>
              <a:off x="1010539" y="2739000"/>
              <a:ext cx="348671" cy="242300"/>
            </a:xfrm>
            <a:custGeom>
              <a:avLst/>
              <a:gdLst/>
              <a:ahLst/>
              <a:cxnLst/>
              <a:rect l="l" t="t" r="r" b="b"/>
              <a:pathLst>
                <a:path w="531" h="369" extrusionOk="0">
                  <a:moveTo>
                    <a:pt x="531" y="231"/>
                  </a:moveTo>
                  <a:lnTo>
                    <a:pt x="531" y="231"/>
                  </a:lnTo>
                  <a:cubicBezTo>
                    <a:pt x="516" y="262"/>
                    <a:pt x="516" y="293"/>
                    <a:pt x="500" y="324"/>
                  </a:cubicBezTo>
                  <a:lnTo>
                    <a:pt x="500" y="324"/>
                  </a:lnTo>
                  <a:cubicBezTo>
                    <a:pt x="500" y="339"/>
                    <a:pt x="500" y="355"/>
                    <a:pt x="485" y="369"/>
                  </a:cubicBezTo>
                  <a:lnTo>
                    <a:pt x="485" y="369"/>
                  </a:lnTo>
                  <a:lnTo>
                    <a:pt x="485" y="369"/>
                  </a:lnTo>
                  <a:cubicBezTo>
                    <a:pt x="145" y="200"/>
                    <a:pt x="145" y="200"/>
                    <a:pt x="145" y="200"/>
                  </a:cubicBezTo>
                  <a:cubicBezTo>
                    <a:pt x="98" y="185"/>
                    <a:pt x="98" y="185"/>
                    <a:pt x="98" y="185"/>
                  </a:cubicBezTo>
                  <a:cubicBezTo>
                    <a:pt x="37" y="154"/>
                    <a:pt x="37" y="154"/>
                    <a:pt x="37" y="154"/>
                  </a:cubicBezTo>
                  <a:cubicBezTo>
                    <a:pt x="6" y="139"/>
                    <a:pt x="-9" y="92"/>
                    <a:pt x="6" y="46"/>
                  </a:cubicBezTo>
                  <a:cubicBezTo>
                    <a:pt x="6" y="14"/>
                    <a:pt x="37" y="0"/>
                    <a:pt x="68" y="0"/>
                  </a:cubicBezTo>
                  <a:cubicBezTo>
                    <a:pt x="68" y="0"/>
                    <a:pt x="83" y="0"/>
                    <a:pt x="83" y="14"/>
                  </a:cubicBezTo>
                  <a:cubicBezTo>
                    <a:pt x="191" y="62"/>
                    <a:pt x="191" y="62"/>
                    <a:pt x="191" y="62"/>
                  </a:cubicBezTo>
                  <a:lnTo>
                    <a:pt x="531" y="231"/>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 name="Google Shape;508;p34">
              <a:extLst>
                <a:ext uri="{FF2B5EF4-FFF2-40B4-BE49-F238E27FC236}">
                  <a16:creationId xmlns:a16="http://schemas.microsoft.com/office/drawing/2014/main" id="{0B8D6F1A-CE61-7BF2-F110-7FBBFFE92917}"/>
                </a:ext>
              </a:extLst>
            </p:cNvPr>
            <p:cNvSpPr/>
            <p:nvPr/>
          </p:nvSpPr>
          <p:spPr>
            <a:xfrm>
              <a:off x="1714447" y="2739000"/>
              <a:ext cx="358520" cy="252150"/>
            </a:xfrm>
            <a:custGeom>
              <a:avLst/>
              <a:gdLst/>
              <a:ahLst/>
              <a:cxnLst/>
              <a:rect l="l" t="t" r="r" b="b"/>
              <a:pathLst>
                <a:path w="546" h="384" extrusionOk="0">
                  <a:moveTo>
                    <a:pt x="0" y="231"/>
                  </a:moveTo>
                  <a:lnTo>
                    <a:pt x="0" y="231"/>
                  </a:lnTo>
                  <a:cubicBezTo>
                    <a:pt x="15" y="262"/>
                    <a:pt x="31" y="293"/>
                    <a:pt x="46" y="339"/>
                  </a:cubicBezTo>
                  <a:lnTo>
                    <a:pt x="46" y="339"/>
                  </a:lnTo>
                  <a:cubicBezTo>
                    <a:pt x="46" y="339"/>
                    <a:pt x="46" y="355"/>
                    <a:pt x="46" y="369"/>
                  </a:cubicBezTo>
                  <a:lnTo>
                    <a:pt x="46" y="384"/>
                  </a:lnTo>
                  <a:cubicBezTo>
                    <a:pt x="61" y="369"/>
                    <a:pt x="61" y="369"/>
                    <a:pt x="61" y="369"/>
                  </a:cubicBezTo>
                  <a:cubicBezTo>
                    <a:pt x="402" y="216"/>
                    <a:pt x="402" y="216"/>
                    <a:pt x="402" y="216"/>
                  </a:cubicBezTo>
                  <a:cubicBezTo>
                    <a:pt x="448" y="185"/>
                    <a:pt x="448" y="185"/>
                    <a:pt x="448" y="185"/>
                  </a:cubicBezTo>
                  <a:cubicBezTo>
                    <a:pt x="509" y="154"/>
                    <a:pt x="509" y="154"/>
                    <a:pt x="509" y="154"/>
                  </a:cubicBezTo>
                  <a:cubicBezTo>
                    <a:pt x="540" y="139"/>
                    <a:pt x="556" y="92"/>
                    <a:pt x="540" y="62"/>
                  </a:cubicBezTo>
                  <a:cubicBezTo>
                    <a:pt x="525" y="31"/>
                    <a:pt x="509" y="0"/>
                    <a:pt x="479" y="0"/>
                  </a:cubicBezTo>
                  <a:cubicBezTo>
                    <a:pt x="463" y="0"/>
                    <a:pt x="463" y="14"/>
                    <a:pt x="448" y="14"/>
                  </a:cubicBezTo>
                  <a:cubicBezTo>
                    <a:pt x="355" y="62"/>
                    <a:pt x="355" y="62"/>
                    <a:pt x="355" y="62"/>
                  </a:cubicBezTo>
                  <a:lnTo>
                    <a:pt x="0" y="231"/>
                  </a:ln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 name="Google Shape;509;p34">
              <a:extLst>
                <a:ext uri="{FF2B5EF4-FFF2-40B4-BE49-F238E27FC236}">
                  <a16:creationId xmlns:a16="http://schemas.microsoft.com/office/drawing/2014/main" id="{38226363-5096-5A95-E01A-DC14BCC58FBA}"/>
                </a:ext>
              </a:extLst>
            </p:cNvPr>
            <p:cNvSpPr/>
            <p:nvPr/>
          </p:nvSpPr>
          <p:spPr>
            <a:xfrm>
              <a:off x="1470837" y="2352895"/>
              <a:ext cx="142489" cy="172696"/>
            </a:xfrm>
            <a:custGeom>
              <a:avLst/>
              <a:gdLst/>
              <a:ahLst/>
              <a:cxnLst/>
              <a:rect l="l" t="t" r="r" b="b"/>
              <a:pathLst>
                <a:path w="217" h="263" extrusionOk="0">
                  <a:moveTo>
                    <a:pt x="217" y="123"/>
                  </a:moveTo>
                  <a:lnTo>
                    <a:pt x="217" y="123"/>
                  </a:lnTo>
                  <a:cubicBezTo>
                    <a:pt x="217" y="202"/>
                    <a:pt x="170" y="263"/>
                    <a:pt x="109" y="263"/>
                  </a:cubicBezTo>
                  <a:cubicBezTo>
                    <a:pt x="46" y="263"/>
                    <a:pt x="0" y="202"/>
                    <a:pt x="0" y="123"/>
                  </a:cubicBezTo>
                  <a:cubicBezTo>
                    <a:pt x="0" y="63"/>
                    <a:pt x="46" y="0"/>
                    <a:pt x="109" y="0"/>
                  </a:cubicBezTo>
                  <a:cubicBezTo>
                    <a:pt x="170" y="0"/>
                    <a:pt x="217" y="63"/>
                    <a:pt x="217" y="123"/>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1026" name="Picture 2" descr="Thank you word with watercolor paint background in grey.">
            <a:extLst>
              <a:ext uri="{FF2B5EF4-FFF2-40B4-BE49-F238E27FC236}">
                <a16:creationId xmlns:a16="http://schemas.microsoft.com/office/drawing/2014/main" id="{289E5853-1BE4-C558-0EA1-30BCFEC2E9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2647" y="448230"/>
            <a:ext cx="6618806" cy="4323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2624148"/>
      </p:ext>
    </p:extLst>
  </p:cSld>
  <p:clrMapOvr>
    <a:masterClrMapping/>
  </p:clrMapOvr>
</p:sld>
</file>

<file path=ppt/theme/theme1.xml><?xml version="1.0" encoding="utf-8"?>
<a:theme xmlns:a="http://schemas.openxmlformats.org/drawingml/2006/main" name="Electrical Energy and Power in Physics by Slidesgo">
  <a:themeElements>
    <a:clrScheme name="Simple Light">
      <a:dk1>
        <a:srgbClr val="333333"/>
      </a:dk1>
      <a:lt1>
        <a:srgbClr val="A15315"/>
      </a:lt1>
      <a:dk2>
        <a:srgbClr val="F5F3EF"/>
      </a:dk2>
      <a:lt2>
        <a:srgbClr val="CEA634"/>
      </a:lt2>
      <a:accent1>
        <a:srgbClr val="BD6762"/>
      </a:accent1>
      <a:accent2>
        <a:srgbClr val="97453F"/>
      </a:accent2>
      <a:accent3>
        <a:srgbClr val="63AA8A"/>
      </a:accent3>
      <a:accent4>
        <a:srgbClr val="315544"/>
      </a:accent4>
      <a:accent5>
        <a:srgbClr val="4E749C"/>
      </a:accent5>
      <a:accent6>
        <a:srgbClr val="BDC1C5"/>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1252</TotalTime>
  <Words>590</Words>
  <Application>Microsoft Office PowerPoint</Application>
  <PresentationFormat>On-screen Show (16:9)</PresentationFormat>
  <Paragraphs>42</Paragraphs>
  <Slides>26</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Sofia Sans</vt:lpstr>
      <vt:lpstr>Epilogue</vt:lpstr>
      <vt:lpstr>Arial</vt:lpstr>
      <vt:lpstr>Nunito Light</vt:lpstr>
      <vt:lpstr>Times New Roman</vt:lpstr>
      <vt:lpstr>Electrical Energy and Power in Physics by Slidesgo</vt:lpstr>
      <vt:lpstr>Energy Consumption Analysis</vt:lpstr>
      <vt:lpstr>Introduction</vt:lpstr>
      <vt:lpstr>Tables</vt:lpstr>
      <vt:lpstr>Tables</vt:lpstr>
      <vt:lpstr>ER Diagram</vt:lpstr>
      <vt:lpstr>Problem Statement</vt:lpstr>
      <vt:lpstr>1. What is the total emission per country for the most recent year available?</vt:lpstr>
      <vt:lpstr>PowerPoint Presentation</vt:lpstr>
      <vt:lpstr>3. Compare energy production and consumption by country &amp; year.</vt:lpstr>
      <vt:lpstr>4. Which energy types contribute most to emissions across all countries?</vt:lpstr>
      <vt:lpstr>5. How have global emissions changed year over year?</vt:lpstr>
      <vt:lpstr>PowerPoint Presentation</vt:lpstr>
      <vt:lpstr>7. How has population growth affected total emissions in each country?</vt:lpstr>
      <vt:lpstr>8. Has energy consumption increased or decreased over the years for major economies?</vt:lpstr>
      <vt:lpstr>9. What is the average yearly change in emissions per capita for each country?</vt:lpstr>
      <vt:lpstr>10. What is the emission-to-GDP ratio for each country by year?</vt:lpstr>
      <vt:lpstr>11. What is the energy consumption per capita for each country over the last decade?</vt:lpstr>
      <vt:lpstr>12. How does energy production per capita vary across countries?</vt:lpstr>
      <vt:lpstr>13 . Which countries have the highest energy consumption relative to GDP?</vt:lpstr>
      <vt:lpstr>14. What is the correlation between GDP growth and energy production growth?</vt:lpstr>
      <vt:lpstr>15. What are the top 10 countries by population and how do their emissions compare?</vt:lpstr>
      <vt:lpstr>16. Which countries have improved (reduced) their per capita emissions the most over the last decade?</vt:lpstr>
      <vt:lpstr>17. What is the global share (%) of emissions by country?</vt:lpstr>
      <vt:lpstr>18. What is the global average GDP, emission, and population by year?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kishore</dc:creator>
  <cp:lastModifiedBy>krishna kishore</cp:lastModifiedBy>
  <cp:revision>22</cp:revision>
  <dcterms:modified xsi:type="dcterms:W3CDTF">2025-10-11T09:48:45Z</dcterms:modified>
</cp:coreProperties>
</file>